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總資產</c:v>
                </c:pt>
              </c:strCache>
            </c:strRef>
          </c:tx>
          <c:spPr>
            <a:ln w="28575">
              <a:solidFill>
                <a:srgbClr val="6B46A8"/>
              </a:solidFill>
            </a:ln>
          </c:spPr>
          <c:marker>
            <c:spPr>
              <a:solidFill>
                <a:srgbClr val="6B46A8"/>
              </a:solidFill>
            </c:spPr>
          </c:marker>
          <c:cat>
            <c:strRef>
              <c:f>Sheet1!$A$2:$A$5</c:f>
              <c:strCache>
                <c:ptCount val="4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100.83</c:v>
                </c:pt>
                <c:pt idx="2">
                  <c:v>100.37</c:v>
                </c:pt>
                <c:pt idx="3">
                  <c:v>97.93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28575">
              <a:solidFill>
                <a:srgbClr val="6B7489"/>
              </a:solidFill>
            </a:ln>
          </c:spPr>
          <c:marker>
            <c:spPr>
              <a:solidFill>
                <a:srgbClr val="6B7489"/>
              </a:solidFill>
            </c:spPr>
          </c:marker>
          <c:cat>
            <c:strRef>
              <c:f>Sheet1!$A$2:$A$5</c:f>
              <c:strCache>
                <c:ptCount val="4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102.55</c:v>
                </c:pt>
                <c:pt idx="1">
                  <c:v>102.78</c:v>
                </c:pt>
                <c:pt idx="2">
                  <c:v>102.74</c:v>
                </c:pt>
                <c:pt idx="3">
                  <c:v>101.73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 1 週週報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2026-10-05～2026-10-08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-2.07%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本週總資產報酬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加權指數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+1.73%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-2.07%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期末總資產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9,792,800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83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1 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本週報酬 -2.07%，落後加權指數 1.73%，僅進行 1 筆期貨交易，未持有任何股票。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4251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5811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2115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2115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1422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2982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286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9286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593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153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457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457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764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7324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3628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3628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2935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本週報酬 -2.07%，落後加權指數 1.73%，僅進行 1 筆期貨交易，未持有任何股票。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10312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週初台股大幅上漲，但後續回落，週線微跌。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僅於 10 月 6 日買入 2 口 TX202610 期貨，理由為自行判斷。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期末持有 2 口 TX202610 期貨，浮動損益 -207200。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57400"/>
            <a:ext cx="19050" cy="384048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768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-2.07%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697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9169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+1.73%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337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累積報酬（排名只看正報酬）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5570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-2.07%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持股率（每日收盤須 ≥ 70%）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97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累計成交／門檻 10 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371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1 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57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交易過的標的／門檻 5 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477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0 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每日市場與總資產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總資產與加權指數都以上週五收盤為 100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5740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210312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週一：大盤上漲 2.55%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週二：大盤上漲 0.22%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週三：大盤下跌 0.03%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週四：大盤下跌 0.99%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本週交易明細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共 1 筆；理由來源標示系統建議、盤中建議、記錄備註或自行判斷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2" cy="658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687"/>
                <a:gridCol w="693400"/>
                <a:gridCol w="792458"/>
                <a:gridCol w="2179260"/>
                <a:gridCol w="1188687"/>
                <a:gridCol w="1089630"/>
                <a:gridCol w="1386801"/>
                <a:gridCol w="2575489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數量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價格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TX202610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 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49,875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19,950,000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不在系統建議中（自行判斷）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B45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買進 TX202610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60F"/>
                </a:solidFill>
                <a:latin typeface="Microsoft JhengHei"/>
                <a:ea typeface="Microsoft JhengHei"/>
                <a:cs typeface="Microsoft JhengHei"/>
              </a:rPr>
              <a:t>期貨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2 口 × 49,875 ＝ 19,950,000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自行判斷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理由來源：不在系統建議中（自行判斷）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下次記錄成交時一併說明理由（例如跟 AI 助理說「因為法說會釋出好消息，買進 2330 一張」），週報就會寫進來。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5"/>
              </a:spcAft>
            </a:pPr>
            <a:r>
              <a:rPr sz="60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台股開高走低 盤中紅翻黑 逼近5萬點 僅差32點</a:t>
            </a:r>
          </a:p>
          <a:p>
            <a:pPr algn="l">
              <a:lnSpc>
                <a:spcPct val="130000"/>
              </a:lnSpc>
              <a:spcAft>
                <a:spcPts val="605"/>
              </a:spcAft>
            </a:pPr>
            <a:r>
              <a:rPr sz="60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南亞科9月營收亮眼 逆勢上揚 撐記憶體族群盤勢</a:t>
            </a:r>
          </a:p>
          <a:p>
            <a:pPr algn="l">
              <a:lnSpc>
                <a:spcPct val="130000"/>
              </a:lnSpc>
              <a:spcAft>
                <a:spcPts val="605"/>
              </a:spcAft>
            </a:pPr>
            <a:r>
              <a:rPr sz="60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美債殖利率飆升至5.34%以上，30年期近5.7%，美股仍創新高，AI巨頭遮蔽壓力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期末持股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 9,792,800 元；證券戶現金 8,000,000 元；期貨戶權益 1,792,240 元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1" cy="658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0150"/>
                <a:gridCol w="2827988"/>
                <a:gridCol w="1305225"/>
                <a:gridCol w="1196456"/>
                <a:gridCol w="1196456"/>
                <a:gridCol w="1631531"/>
                <a:gridCol w="1087687"/>
                <a:gridCol w="97891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股數／口數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現價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未實現損益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TX202610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49,875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49,357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-207,200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6B7489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檢討與下週計畫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本週檢討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未持有股票導致持股率 0%，未達每日收盤 ≥ 70% 的門檻。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僅進行 1 筆交易，未達總交易筆數 10 筆的長期要求。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28800"/>
            <a:ext cx="19050" cy="411480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下週計畫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依下週建議買進：1608 華榮、3231 緯創、4585 達明、1210 大成、00731 復華富時高息低波、00692 富邦公司治理、00757 統一FANG+、1303 南亞。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需注意尚未達標的規則：目前持股率 ≥ 70%。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下週目標配置：進攻籃 76%、穩健籃 14%、ETF籃 10%。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資料來源與說明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成交：XQ 全球贏家成交回報（網站匯入或 AI 助理記錄）；同一筆委託分多次成交時合併為一列，價格為成交量加權平均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總資產採競賽 App「投資組合總值」口徑：初始 1,000 萬＋未實現＋已實現；股票用當天收盤價、期貨用該合約日盤結算價（與 App 對帳一致）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市場資料：證交所／櫃買中心日 K、加權指數、期交所行情；事件與國際大事來自當天盤前報告收錄的新聞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交易理由：優先引用當天系統建議的理由；沒有對應建議者標示「自行判斷」，不另行補寫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文字說明由開源 AI 模型依上述資料撰寫，所有數字已逐一與資料核對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持股率同 App：股票＋ETF 市值 ÷（市值＋持有現金＋期貨保證金＋期貨未實現）；損益同 App 不扣手續費，手續費另計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1 週週報｜2026-10-05～2026-10-08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