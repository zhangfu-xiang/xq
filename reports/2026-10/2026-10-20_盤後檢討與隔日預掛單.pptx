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2026-10-20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813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-18.68%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77.8%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美股隔夜表現分歧，費城半導體指數上漲 1.61%，那斯達克指數上漲 1.11%，標普500 指數上漲 0.41%。台積電ADR 上漲 1.84%，輝達上漲 1.38%。然而，那斯達克期貨下跌 0.56%，日經225 指數下跌 1.3%。國際方面，美元兌台幣升值 0.85%，西德州原油下跌 2.62%。台股昨日終場重挫 529 點，再度回測季線支撐，外資連續 10 日賣超並匯出近千億元，導致新台幣重貶，市場氣氛偏空保守。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根據模型預測，今日台股開盤將呈現平盤走勢，預測開盤價為 46326.52 點，此預測的命中率高達 82.8%。然而，開盤後盤中走勢預計將回落，此判斷的命中率為 66.7%。（注意：盤後版使用的美股資料為前一晚收盤，明早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455 股（共 1,455 股），加碼後共 8 張又 628 股（共 8,628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42 張又 679 股（共 42,679 股），加碼後共 45 張又 679 股（共 45,679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5／警告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945.0）：依紀律全數出場 → 建議賣出 1 張又 639 股（共 1,639 股）（持有 1,639 股的 100%），限價 935.0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858.0）：依紀律全數出場 → 建議賣出 1 張又 91 股（共 1,091 股）（持有 1,091 股的 100%），限價 849.0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593.0）：依紀律全數出場 → 建議賣出 1 張又 150 股（共 1,150 股）（持有 1,150 股的 100%），限價 587.0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2000.0）：依紀律全數出場 → 建議賣出 8 股（零股）（持有 8 股的 100%），限價 1980.0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585,840 元低於維持保證金 1,076,000 元（追繳）：權益數／維持保證金 = 54% → 今天內補足至原始保證金 1,402,000 元（約需轉入 816,160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欣興：距停損價 1046.11 只剩 0.8%，先掛好停損單 → 建議賣出 190 股（零股）（持有 570 股的 33%），限價 1040.0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欣興：負面新聞：楊梅廠發生工安意外，遭勞檢處勒令部分停工 → 減半買進（406 股（零股））或等回測支撐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【警告】TX202610 距結算日 2026-10-21 剩 0 天：結算日以最後結算價強制了結 → 決定平倉或轉倉到次月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31／跌停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跌停｜6933 AMAX-KY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可能原因（新聞）：【09:18 即時新聞】AMAX-KY(6933) 亮燈漲停，AI資料中心題材續成盤中焦點 - CMo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跌停｜6668 中揚光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可能原因（新聞）：【10:40 即時新聞】中揚光(6668)股價續揚，盤中零股交投升溫成焦點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跌停｜7835 永悅健康-創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可能原因（新聞）：台積電爆4040張救場買單收平盤 台股僅收跌289點 - ETtoday財經雲；台股收跌529點失守4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漲停｜5475 德宏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可能原因（新聞）：德宏(5475) 個股概覽 | 個股 - 股市 - CMoney；Q布還沒放量，德宏(5475)獲利卻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可能原因（新聞）：PCB紅通通！「這檔」PTFE布局有成攜銘旺科、律勝等6檔漲停 富喬、聯茂、鉅橡漲逾5% - Yaho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漲停｜4960 誠美材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可能原因（新聞）：誠美材 (4960.TW) 的分析師見解、目標價與建議 - Yahoo 財經；【09:57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漲停｜2033 佳大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佳大(2033)股價拉至漲停，漲停價65.7元，成交6,937張 - TradingVi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漲停｜3483 力致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可能原因（新聞）：【09:35 即時新聞】力致(3483)亮燈漲停，散熱題材買盤點火 - CMoney投資網誌；3483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漲停｜6141 柏承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可能原因（新聞）：【11:03 即時新聞】柏承(6141)股價盤中走強，市場聚焦重訊記者會 - CMoney投資網誌；討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漲停｜6756 威鋒電子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威鋒電子(6756)股價拉至漲停，漲停價121.0元，成交1,940張 - Tradin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+0.4%、20 日 +0.0%） → 進攻籃 80%（已持續 4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1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549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進攻籃買進：1815 富喬、6141 柏承、2103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183 萬，執行後佔總資產 22.7%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目前我們的持股配置中，進攻籃佔 75%，穩健籃佔 25%。大盤目前處於灰燈中性狀態，模型原建議進攻籃配置 80%，穩健籃 20%。但由於偵測到一項模型失誤，進攻籃比例暫時下調 5%。今日我們買進了富喬 (1815)，因其綜合分數高達 +0.77，模型預期一個月超額報酬排名全市場前 4%，且創新高機率達 84.0%。同時也買進柏承 (6141)，其綜合分數為 +0.75，模型預期一個月超額報酬排名全市場前 6%，創新高機率 75.9%。此外，我們也配置了台橡 (2103)，其綜合分數 +0.41，一個月創新高機率 45.0%。穩健籃則買進潤泰全 (2915)，其穩健分數 +0.40，一個月收正報酬機率 53.3%。這些調整是為了替換掉已停損或獲利了結的部位，並將資金配置到綜合分數較高的標的。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6491 晶碩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3010 華立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1563 巧新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-18.68%、距高點回撤 -20.27%、剩 28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62.0%（模型估計，不是保證）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62.1%（基準 63.3%）、平均每次 +0.94%（一直做多 +0.76%），沒有擇時優勢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50 元，不再加碼；現有曝險是建議的 8.0 倍，若跌 1,574 點（停損距離）約虧損 629,600 元（總資產 7.7%），可考慮減碼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9</a:t>
            </a:r>
          </a:p>
        </p:txBody>
      </p:sp>
      <p:pic>
        <p:nvPicPr>
          <p:cNvPr id="5" name="Picture 4" descr="2026-10-20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-2.14%（-14,400 元），主因為「個股特有因素」（-1.16%）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+0.89%（+6,062 元），主因為「個股特有因素」（+1.97%）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-0.75%（-3,607 元），主因為「產業因素」（-1.01%）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-2.03%（-8,608 元），主因為「個股特有因素」（-1.84%）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-3.77%（-60,643 元），主因為「大盤因素」（-2.02%）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+3.95%（+21,554 元），主因為「個股特有因素」（+4.00%）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+21,554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-9,819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-37,050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合庫金 (5880) 今日下跌 -2.14%，主要受到個股特有因素影響，貢獻了 -1.16% 的跌幅。產業因素貢獻了 -0.90%，而大盤因素則貢獻了 -0.08%。國票金 (2889) 今日上漲 +0.89%，主要受個股特有因素帶動，貢獻了 +1.97% 的漲幅。產業因素貢獻了 -1.01%，大盤因素則貢獻了 -0.07%。遠東銀 (2845) 今日下跌 -0.75%，主要受到產業因素影響，貢獻了 -1.01% 的跌幅。個股特有因素貢獻了 +0.35%，大盤因素則貢獻了 -0.09%。景碩 (3189) 今日下跌 -3.77%，主要受到大盤因素影響，貢獻了 -2.02% 的跌幅。個股特有因素貢獻了 -1.39%，產業因素則貢獻了 -0.35%。艾笛森 (3591) 今日上漲 +3.95%，主要受個股特有因素帶動，貢獻了 +4.00% 的漲幅。產業因素貢獻了 +0.65%，大盤因素則貢獻了 -0.70%。中砂 (1560) 今日下跌 -1.04%，主要受到大盤因素影響，貢獻了 -1.58% 的跌幅。個股特有因素貢獻了 +0.55%，產業因素則貢獻了 -0.01%。帆宣 (6196) 今日下跌 -0.84%，主要受到大盤因素影響，貢獻了 -1.45% 的跌幅。個股特有因素貢獻了 +0.77%，產業因素則貢獻了 -0.16%。聯茂 (6213) 今日下跌 -2.35%，主要受到大盤因素影響，貢獻了 -1.64% 的跌幅。個股特有因素貢獻了 -0.71%，產業因素則貢獻了 -0.00%。台橡 (2103) 今日下跌 -0.52%，主要受到個股特有因素影響，貢獻了 -0.74% 的跌幅。產業因素貢獻了 +0.70%，大盤因素則貢獻了 -0.48%。致茂 (2360) 今日下跌 -0.25%，主要受到大盤因素影響，貢獻了 -1.73% 的跌幅。個股特有因素貢獻了 +1.64%，產業因素則貢獻了 -0.16%。合晶 (6182) 今日下跌 -2.33%，主要受到大盤因素影響，貢獻了 -2.02% 的跌幅。產業因素貢獻了 -0.35%，個股特有因素則貢獻了 +0.05%。欣興 (3037) 今日下跌 -5.80%，主要受到個股特有因素影響，貢獻了 -3.88% 的跌幅。大盤因素則貢獻了 -1.92%。潤泰全 (2915) 今日下跌 -2.03%，主要受到個股特有因素影響，貢獻了 -1.84% 的跌幅。大盤因素則貢獻了 -0.19%。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11</a:t>
            </a:r>
          </a:p>
        </p:txBody>
      </p:sp>
      <p:pic>
        <p:nvPicPr>
          <p:cNvPr id="5" name="Picture 4" descr="2026-10-20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目前累積損益為 -1,868,180 元，報酬率為 -18.68%，已實現獲利 48,865 元。要回到初始資金需上漲 22.97%。現有持股依模型加權的一個月預期報酬為 +5.00%。進攻籃最佳替換候選為騰雲 (6870)，一個月預期報酬 +15.72%，創新高機率 97.2%。穩健籃最佳替換候選為 00939 統一台灣高息動能，一個月預期報酬 +3.81%，收正報酬機率 76.2%。遠東銀 (2845) 已獲利 +8,329 元（+1.78%），決定獲利換股，轉買 00939 統一台灣高息動能預期多 2.68%。合庫金 (5880)、國票金 (2889) 及潤泰全 (2915) 模型預期仍為正報酬且未觸及停損，決定續抱。中砂 (1560)、致茂 (2360)、帆宣 (6196) 及景碩 (3189) 因收盤價已跌破停損價，依紀律停損換股，資金將轉往評分最高的候選標的。台橡 (2103) 模型排名仍在全市場前 19%，股價在月線之上，虧損未擴大，決定續抱並可加碼。合晶 (6182) 及欣興 (3037) 買進未滿 10 個交易日，決定續抱，跌破停損價才出場。聯茂 (6213) 及艾笛森 (3591) 已獲利或換股效益顯著，決定獲利換股或換股，轉買騰雲 (6870) 以加速補回虧損。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-1,868,180 元（-18.68%），已實現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22.97%；只有正報酬才列入排名，補回虧損是第一優先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+5.00%（約 +406,526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+15.72%，創新高機率 97.2%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+3.81%，收正報酬機率 76.2%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遠東銀（+8,329 元）：已獲利 +8,329 元（+1.78%）先入袋；這檔一個月預期只剩 +0.55%，轉買 00939 統一台灣高息動能（預期 +3.81%）扣除換股成本後多 2.68%（門檻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合庫金（+31,505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潤泰全（+2,568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中砂（-174,369 元）：收盤 858.0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台橡（-3,127 元）：模型排名仍在全市場前 19%、股價在月線之上、虧損未擴大，權重 1.1%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致茂（-2,925 元）：收盤 2000.0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帆宣（-68,938 元）：收盤 593.0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合晶（-10,665 元）：買進第 5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欣興（-72,210 元）：買進第 5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景碩（-228,253 元）：收盤 945.0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聯茂（+21,965 元）：已獲利 +21,965 元（+3.02%）先入袋；這檔一個月預期只剩 +8.76%，轉買 6870 騰雲（預期 +15.72%）扣除換股成本後多 6.38%（門檻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艾笛森（-43,572 元）：6870 騰雲 扣除換股成本後的預期報酬比續抱高 5.11%（門檻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外資持續賣超台股並匯出，導致新台幣重貶並跌破重要關卡，對景碩 (3189) 造成輕度不利影響 -0.72%（-11,152 元），對欣興 (3037) 造成輕度不利影響 -0.64%（-3,849 元），兩檔均列入觀察，暫不調整部位。台積電高雄廠區發生重大工安意外，造成多名施工人員傷亡並勒令停工，對景碩 (3189)、中砂 (1560)、帆宣 (6196)、聯茂 (6213)、致茂 (2360)、合晶 (6182) 及欣興 (3037) 均造成不利且敏感度高的影響，金額介於 -226 元至 -15,643 元，需嚴守停損並暫停加碼，若事件延續且跌破月線，將先減碼一半。美國年付利息突破一兆美元創新高，惠譽警告若財政狀況持續惡化，主權評等恐再遭下調；花旗指出油價若不回落，美國十年期公債殖利率恐難見頂；星展預估聯準會將再升息兩碼，使利率升至 4.5%，這些事件對合庫金 (5880) 造成影響有限，維持原決策。中國三大科技巨頭狂掃輝達AI晶片，且中國DRAM產能預計將大幅激增，對帆宣 (6196) 有利 +0.51%（+3,478 元），對致茂 (2360) 有利 +0.62%（+99 元），對欣興 (3037) 有利 +0.74%（+4,450 元），支持續抱，若一個月模型仍在前段班，可作為加碼依據。CoreWeave債券利率飆升引發AI泡沫恐慌，Gartner警告AI基礎設施投資面臨減值風險，對景碩 (3189)、中砂 (1560)、帆宣 (6196)、聯茂 (6213)、致茂 (2360)、合晶 (6182) 及欣興 (3037) 均造成不利且敏感度高的影響，金額介於 -291 元至 -23,543 元，需嚴守停損並暫停加碼，若事件延續且跌破月線，將先減碼一半。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外資持續賣超台股並匯出，導致新台幣重貶並跌破重要關卡。 → 美元兌台幣↑：預估 -15,001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台積電高雄廠區發生重大工安意外，造成多名施工人員傷亡並勒令停工。 → VIX恐慌指數↑：預估 -61,148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美國年付利息突破一兆美元創新高，惠譽警告若財政狀況持續惡化，主權評等恐再遭下調。 → 美國10年債殖利率↑：預估 -856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花旗指出油價若不回落，美國十年期公債殖利率恐難見頂。 → 美國10年債殖利率↑：預估 -856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中國三大科技巨頭狂掃輝達AI晶片，且中國DRAM產能預計將大幅激增。 → 中國大型股ETF↑：預估 +9,938 元（+0.12%）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CoreWeave債券利率飆升引發AI泡沫恐慌，Gartner警告AI基礎設施投資面臨減值風險。 → 費城半導體↓：預估 -74,071 元（-0.91%）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美國政府下令聯邦文職機關停止使用中國新創公司DeepSeek開發的AI工具。 → VIX恐慌指數↑：預估 -61,148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星展預估聯準會將再升息兩碼，使利率升至4.5%。 → 美國10年債殖利率↑：預估 -856 元（-0.01%）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國際事件：外資持續賣超台股並匯出，導致新台幣重貶並跌破重要關卡。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-11,152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-0.8324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-3,849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國際事件：台積電高雄廠區發生重大工安意外，造成多名施工人員傷亡並勒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-9,548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國際事件：美國年付利息突破一兆美元創新高，惠譽警告若財政狀況持續惡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17</a:t>
            </a:r>
          </a:p>
        </p:txBody>
      </p:sp>
      <p:pic>
        <p:nvPicPr>
          <p:cNvPr id="5" name="Picture 4" descr="2026-10-20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18</a:t>
            </a:r>
          </a:p>
        </p:txBody>
      </p:sp>
      <p:pic>
        <p:nvPicPr>
          <p:cNvPr id="5" name="Picture 4" descr="2026-10-20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19</a:t>
            </a:r>
          </a:p>
        </p:txBody>
      </p:sp>
      <p:pic>
        <p:nvPicPr>
          <p:cNvPr id="5" name="Picture 4" descr="2026-10-20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6096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200,450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1,548,855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545,018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936,078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張+455股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84,244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進攻｜1815 富喬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 張+424股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1,309,932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進攻｜6141 柏承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 張+518股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1,299,687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 張+679股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1,224,887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1046.11 只剩 0.8%，先掛好停損單；負面新聞：楊梅廠發生工安意外，遭勞檢處勒令部分停工；股價偏弱，減碼三分之一；單日重挫 -5.80%：先減碼三分之一，確認原因後再決定；法人近 5 日賣超 10,482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+8,329 元（+1.78%）先入袋；這檔一個月預期只剩 +0.55%，轉買 00939 統一台灣高息動能（預期 +3.81%）扣除換股成本後多 2.68%（門檻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476,137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945.00 元 ≤ 停損價 999.00 元（成本 1084.26 元，損益 -12.84%）；同時風險警示：已跌破停損價 999.0（目前 945.0）：依紀律全數出場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5.11%（門檻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545,018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858.00 元 ≤ 停損價 936.69 元（成本 1017.82 元，損益 -15.70%）；同時風險警示：已跌破停損價 936.69（目前 858.0）：依紀律全數出場；法人近 5 日賣超 1,088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帆宣｜1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593.00 元 ≤ 停損價 599.23 元（成本 652.95 元，損益 -9.18%）；同時風險警示：已跌破停損價 599.23（目前 593.0）：依紀律全數出場；負面新聞：決議發行無擔保可轉換公司債，存在股權稀釋風險；股價偏弱，減碼三分之一；法人近 5 日賣超 751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+21,965 元（+3.02%）先入袋；這檔一個月預期只剩 +8.76%，轉買 6870 騰雲（預期 +15.72%）扣除換股成本後多 6.38%（門檻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749,000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2000.00 元 ≤ 停損價 2069.91 元（成本 2365.62 元，損益 -15.46%）；同時風險警示：已跌破停損價 2069.91（目前 2000.0）：依紀律全數出場；重大負面新聞：發生違約交割事件；股價已跌破月線，全數出場；負面新聞：辦理現金增資發行普通股，可能導致股權稀釋；股價偏弱，減碼三分之一；法人近 5 日賣超 2,581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潤泰全｜1 張 + 455 股｜限價 57.9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選入穩健籃，因其穩健分數達門檻，一個月收正報酬機率 53.3%。買進 1 張又 455 股，停損點設在 56.00 元，若訊號轉弱先減碼一半。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+0.40 達門檻（+0.20）；一個月收正報酬機率 53.3%、預期最大回檔 -5.7%，且未過熱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53.3%（全市場基準 51.8%），預期最大回檔 -5.7%（回檔幅度排名全市場最小的前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55.8%、預期報酬 +3.1%（模型估計，不是保證）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0.14（大盤漲跌 1% 時約變動 0.14%），日波動 1.11%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1,829,659 元（已持有 1,759,168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8,131,820 元 × 每筆風險 0.8% × 信心係數 1.00（由穩健分數 +0.40 換算）= 64,892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1.87 與距 10 日低點 56.70 的距離 1.20 之較大者 = 1.87 元（進場 57.90 → 停損 56.00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64,892 ÷ 1.87 = 34,675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20,916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19,460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57.94 與前一日收盤 57.900001525878906 的較低者 = 57.9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455 股（共 1,455 股），金額約 84,244 元，佔總資產 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+0.40 普通，信心係數 1.00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53.3%，勝率普通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-5.7%，下檔風險偏大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-64.0%，基本面偏弱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56.00 元全數賣出 1 張又 455 股（共 1,455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買進【進攻籃】1815 富喬｜8 張 + 424 股｜限價 155.5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選入進攻籃，因其綜合分數達門檻，一個月模型預期超額報酬排名全市場前 4%。買進 8 張又 424 股，停損點設在 139.50 元，若訊號轉弱先減碼一半。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4%、創新高機率 84.0%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84.0%（全市場基準 17.9%，排名前 1%），預期超額報酬 +7.42%（排名前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-4.6%（52 週高 161.5，現價 154.0）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+104.9%，相對大盤 20 日 +37.5%、60 日 +101.7%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5,488,978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8,131,820 元 × 每筆風險 0.8% × 信心係數 1.47（由綜合分數 +0.77 換算）= 95,305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18.43 與距 10 日低點 124.00 的距離 31.50 之較大者，但不超過進場價 10%（15.55） = 15.55 元（進場 155.50 → 停損 139.50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95,305 ÷ 15.55 = 6,129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2,296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154.37 × (1 + 0.5%) = 155.5，提高成交機率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424 股（共 8,424 股），金額約 1,309,932 元，佔總資產 16.1%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84.0%，勝率高可多配置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+82.1%，基本面支撐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【少買】日均波動（ATR）6.0%，波動大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161.5 元（距現價 4.6%）即確認創新高，續抱讓獲利奔跑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139.50 元全數賣出 8 張又 424 股（共 8,424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買進【進攻籃】6141 柏承｜21 張 + 518 股｜限價 60.4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選入進攻籃，因其綜合分數達門檻，一個月模型預期超額報酬排名全市場前 6%。買進 21 張又 518 股，停損點設在 54.30 元，若訊號轉弱先減碼一半。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6%、創新高機率 75.9%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75.9%（全市場基準 17.9%，排名前 3%），預期超額報酬 +6.45%（排名前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64.2，現價 59.7）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+20.6%、近 60 日 +39.2%，相對大盤 20 日 +20.6%、60 日 +35.9%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5,488,978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8,131,820 元 × 每筆風險 0.8% × 信心係數 1.44（由綜合分數 +0.75 換算）= 93,760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6.97 與距 10 日低點 50.00 的距離 10.40 之較大者，但不超過進場價 10%（6.04） = 6.04 元（進場 60.40 → 停損 54.30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93,760 ÷ 6.04 = 15,523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5,995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60.04 × (1 + 0.5%) = 60.4，提高成交機率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取整後：21 張又 518 股（共 21,518 股），金額約 1,299,687 元，佔總資產 16.0%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+74.2%，基本面支撐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64.2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54.30 元全數賣出 21 張又 518 股（共 21,518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台橡｜42 張 + 679 股｜限價 28.7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選入進攻籃，因其綜合分數達門檻，一個月模型預期超額報酬排名全市場前 23%。買進 42 張又 679 股，停損點設在 26.50 元，若訊號轉弱先減碼一半。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+0.41 達門檻（+0.30）；一個月模型預期超額報酬排名全市場前 23%、創新高機率 45.0%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45.0%（全市場基準 17.9%，排名前 15%），預期超額報酬 +4.16%（排名前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-10.9%（52 週高 32.0，現價 28.5）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+1.1%、近 60 日 +19.5%，相對大盤 20 日 +1.1%、60 日 +16.3%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5,488,978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8,131,820 元 × 每筆風險 0.8% × 信心係數 1.02（由綜合分數 +0.41 換算）= 66,112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2.19 與距 10 日低點 27.85 的距離 0.85 之較大者 = 2.19 元（進場 28.70 → 停損 26.50 元，7.6%）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66,112 ÷ 2.19 = 30,247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12,433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28.51 × (1 + 0.5%) = 28.7，提高成交機率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取整後：42 張又 679 股（共 42,679 股），金額約 1,224,887 元，佔總資產 15.1%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+0.41 高，信心係數 1.02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45.0%，勝率普通故保守配置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26.50 元全數賣出 42 張又 679 股（共 42,679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33</a:t>
            </a:r>
          </a:p>
        </p:txBody>
      </p:sp>
      <p:pic>
        <p:nvPicPr>
          <p:cNvPr id="5" name="Picture 4" descr="2026-10-20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61" y="1097280"/>
            <a:ext cx="559217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78.6%（每日收盤檢查，未達扣報酬率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77.8%（目標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15 檔；執行後持有 8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12 筆 = 95 筆；剩餘 28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2,439,546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-18.68%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40%、平均最大回檔 -3.0%（警戒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20.3%，超過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偵測結果：穩健籃推薦後 5 日：收正比例 40%、平均最大回檔 -3.0%（警戒 45%／-5%）；總資產自高點 10,198,741 回落 20.3%，超過 8%。修正：未修改參數。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2026-10-20　|　36</a:t>
            </a:r>
          </a:p>
        </p:txBody>
      </p:sp>
      <p:pic>
        <p:nvPicPr>
          <p:cNvPr id="5" name="Picture 4" descr="2026-10-20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