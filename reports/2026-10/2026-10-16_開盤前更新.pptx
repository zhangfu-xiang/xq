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開盤前更新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2026-10-16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857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-14.31%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85.6%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-0.19%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美股隔夜道瓊指數漲逾1%或556點，但半導體指數連跌7天，費半連續7日下跌。台股重挫逾1600點失守47000點，外資賣超創歷史新高3025億元，散戶逆勢進場護盤。美元兌台幣匯率貶1.92角至32.265元，台匯雙殺。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今日台股開盤預測開低，模型預測開盤跌0.19%，預測開盤價48535.85點。盤中預期震盪，模型命中率為65%。（08:20 更新：那斯達克期貨 30037.25，-0.48%）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-9.71%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639 股（共 1,639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969.0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-11.28%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91 股（共 1,091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893.0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-9.03%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570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1060.0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-14.40%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8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+9.90%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333 股（零股），保留 667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791.0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383 股（零股），保留 767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-4.90%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333 股（零股），保留 667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108.5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-7.05%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48 張（48,000 股），加碼後共 68 張又 528 股（共 68,528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71 張又 650 股（共 71,650 股），加碼後共 74 張又 650 股（共 74,650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+4.74%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40 張又 416 股（共 40,416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+5.21%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24 張（24,000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36 張又 71 股（共 36,071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+2.36%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7 張又 173 股（共 7,173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5／警告 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【嚴重】3189 景碩：已跌破停損價 999.0（目前 979.0）：依紀律全數出場 → 建議賣出 1 張又 639 股（共 1,639 股）（持有 1,639 股的 100%），限價 969.0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【嚴重】1560 中砂：已跌破停損價 936.69（目前 903.0）：依紀律全數出場 → 建議賣出 1 張又 91 股（共 1,091 股）（持有 1,091 股的 100%），限價 893.0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致茂：已跌破停損價 2069.91（目前 2025.0）：依紀律全數出場 → 建議賣出 8 股（零股）（持有 8 股的 100%），限價 2000.0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【嚴重】3037 欣興：距停損價 1046.11 只剩 2.8%，先掛好停損單 → 建議賣出 570 股（零股）（持有 570 股的 100%），限價 1060.0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【嚴重】期貨權益數 821,840 元低於維持保證金 1,076,000 元（追繳）：權益數／維持保證金 = 76% → 今天內補足至原始保證金 1,402,000 元（約需轉入 580,160 元）或減少口數，否則可能被砍倉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【警告】2915 潤泰全：負面新聞：9月營收月增率-29.73%，年增率-64.02%；股價尚穩，先上調停損 → 停損上調至 57.98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【警告】6196 帆宣：距停損價 599.23 只剩 2.3%，先掛好停損單 → 建議賣出 383 股（零股）（持有 1,150 股的 33%），限價 606.0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【警告】6213 聯茂：單日重挫 -6.66%：先減碼三分之一，確認原因後再決定 → 建議賣出 333 股（零股）（持有 1,000 股的 33%），限價 791.0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9／跌停 43）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跌停｜1303 南亞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塑膠工業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可能原因（新聞）：南亞前三季賺逾1股本！ 法人按讚喊買 目標價395元 - Yahoo股市；焦點股》南亞：6月EPS達2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跌停｜3711 日月光投控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可能原因（新聞）：三大法人買賣超 – 外資買超(3711)日月光投控、(2382)廣達，投信買超(2360)致茂、(18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跌停｜6669 緯穎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可能原因（新聞）：緯穎(6669)營收年增近100%卻跌停！基本面沒轉壞，市場為何先砍估值？ - 優分析UAnalyze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跌停｜6488 環球晶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可能原因（新聞）：6488 環球晶- SIC 基板邁向12 吋，台廠瞄準AI 電源、先進封裝與通訊商機- 股市爆料同學會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漲停｜6269 台郡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可能原因（新聞）：焦點股》台郡：輝達點名PTFE供應商！開盤跳空漲停一字鎖 - 自由財經；輝達一句話！ 「3台廠」衝漲停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漲停｜3485 敘豐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可能原因（新聞）：《電零組》股災中逆勢亮紅燈！敘豐訂單看到2028年 - 富聯網；台股大逃殺狂瀉1600點！盤中「7檔個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漲停｜2033 佳大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鋼鐵工業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可能原因（新聞）：【09:09 即時新聞】佳大(2033) 早盤走強鋼鐵股續為盤面焦點 - CMoney；【09:09 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漲停｜3354 律勝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可能原因（新聞）：PCB紅通通！「這檔」PTFE布局有成攜銘旺科、律勝等6檔漲停 富喬、聯茂、鉅橡漲逾5% - Yaho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漲停｜6925 意藍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數位雲端類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可能原因（新聞）：【09:13 即時新聞】意藍(6925) 盤中走強，AI數據服務題材獲關注 - CMoney；【10: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漲停｜4924 欣厚-KY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綠能環保類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可能原因（新聞）：【09:16 即時新聞】欣厚-KY(4924) 走強，短線技術與籌碼同步轉多 - CMoney；營收：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漲停｜2424 隴華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可能原因（新聞）：隴華、立碁10/16打入處置股 台達電等37檔列注意股 - 自由財經；盈餘：隴華(2424)股價遭警示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漲停｜8437 大地-KY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可能原因（新聞）：營收：大地-KY(8437)9月營收3660萬元，月增率134.04%，年增率47.48% - 富聯網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95%／穩健 5%／ETF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綠燈：大盤強勢（站上月線與季線、20 日漲 +5.3%），積極進攻 → 進攻籃 100%（已持續 41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調整 Agent 偵測到 1 項失誤 → 進攻 −5%，待模型修正後再恢復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95%、穩健籃 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95%、穩健籃 5%、ETF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733 萬，執行後佔總資產 72.4%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進攻籃買進：3591 艾笛森、2103 台橡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39 萬，執行後佔總資產 26.1%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今日進攻籃與穩健籃的比例為95%對5%，調整原因是綠燈：大盤強勢（站上月線與季線、20日漲+5.3%），積極進攻。進攻籃買入艾笛森48000股、台橡71650股，穩健籃未有新增買進。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6670 復盛應用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運動休閒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2520 冠德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建材營造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00757 統一FANG+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3689 湧德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2357 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2476 鉅祥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3312 弘憶股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電子通路業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1.06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-14.31%、距高點回撤 -15.98%、剩 30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61.5%（模型估計，不是保證）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64 次，命中率 65.6%（基準 63.9%），平均每次 +1.05%（已扣成本）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1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已持有 TX202610 多 2 口，每點 400 元，已達建議曝險每點 60 元，不再加碼；現有曝險是建議的 6.7 倍，若跌 1,313 點（停損距離）約虧損 525,200 元（總資產 6.1%），可考慮減碼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9</a:t>
            </a:r>
          </a:p>
        </p:txBody>
      </p:sp>
      <p:pic>
        <p:nvPicPr>
          <p:cNvPr id="5" name="Picture 4" descr="2026-10-16_開盤前更新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807912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合庫金：今日下跌 -0.18%（-1,200 元），主因為「產業因素」（-0.29%）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國票金：今日平盤 +0.00%（+0 元），主因為「產業因素」（-0.29%）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遠東銀：今日上漲 +0.38%（+1,804 元），主因為「個股特有因素」（+0.65%）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潤泰全：今日上漲 +1.03%（+4,304 元），主因為「個股特有因素」（+0.94%）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景碩：今日上漲 +0.96%（+16,390 元），主因為「大盤因素」（+1.05%）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艾笛森：今日下跌 -0.36%（-2,053 元），主因為「個股特有因素」（-2.02%）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-1,200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+1,804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+4,304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+0.96%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+16,390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+1.05%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-2,182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+1.31%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-2.33%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+17,250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+7.67%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+4.54%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+2.27%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+2,850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583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股最近交易日漲跌主要受大盤、產業、個股因素影響。台股重挫導致大盤因素貢獻負向，半導體業中位數+1.22%相對大盤+0.65%，但個股如景碩受費半連跌7天影響大，跌破停損。台橡受橡膠工業類股中位數+1.86%相對大盤+1.27%提升，個股特有因素+3.04%帶動上漲。帆宣受其他電子業中位數+1.32%相對大盤+0.73%提升，個股特有因素+0.89%為主要推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11</a:t>
            </a:r>
          </a:p>
        </p:txBody>
      </p:sp>
      <p:pic>
        <p:nvPicPr>
          <p:cNvPr id="5" name="Picture 4" descr="2026-10-16_開盤前更新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虧損如何補回：對於已觸發停損的景碩、中砂、致茂、欣興，依紀律全數出場，資金轉往評分最高的候選標的。對於未觸發停損的台橡、帆宣、艾笛森、聯茂等，決策為續抱，理由是買進未滿10個交易日不換股、不因分數小幅轉弱賣出，來回換股成本約0.58%。持續持有台橡、帆宣、艾笛森，待創新高或獲利目標達標時再考慮換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-1,431,293 元（-14.31%），已實現 +48,865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16.70%；只有正報酬才列入排名，補回虧損是第一優先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+5.29%（約 +452,987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進攻籃最佳替換候選：1617 榮星，一個月預期報酬 +12.59%，創新高機率 57.7%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穩健籃最佳替換候選：00692 富邦公司治理，一個月預期報酬 +3.80%，收正報酬機率 77.1%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【續抱】2845 遠東銀（+10,133 元）：買進第 8 個交易日，未滿 10 個交易日不換股、不因分數小幅轉弱賣出（模型排名每天都會小幅變動，來回換股要付約 0.58% 成本）；跌破停損 12.6 才出場。提醒：已獲利 +2.17%，00692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【續抱】5880 合庫金（+32,705 元）：買進第 8 個交易日，未滿 10 個交易日不換股、不因分數小幅轉弱賣出（模型排名每天都會小幅變動，來回換股要付約 0.58% 成本）；跌破停損 25.28 才出場。提醒：已獲利 +5.21%，00692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【續抱並可加碼】2889 國票金（+30,742 元）：模型排名仍在全市場前 19%、股價在月線之上、虧損未擴大，權重 7.9%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【續抱】2915 潤泰全（+9,741 元）：買進第 8 個交易日，未滿 10 個交易日不換股、不因分數小幅轉弱賣出（模型排名每天都會小幅變動，來回換股要付約 0.58% 成本）；跌破停損 55.39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【續抱】2103 台橡（-2,827 元）：買進第 5 個交易日，未滿 10 個交易日不換股、不因分數小幅轉弱賣出（模型排名每天都會小幅變動，來回換股要付約 0.58% 成本）；跌破停損 27.7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【停損換股】2360 致茂（-2,725 元）：收盤 2025.0 已跌破停損價 2069.91，依紀律出場；資金轉往評分最高的候選標的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【續抱】6196 帆宣（-45,938 元）：買進第 8 個交易日，未滿 10 個交易日不換股、不因分數小幅轉弱賣出（模型排名每天都會小幅變動，來回換股要付約 0.58% 成本）；跌破停損 599.23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【續抱】3037 欣興（-60,810 元）：買進第 3 個交易日，未滿 10 個交易日不換股、不因分數小幅轉弱賣出（模型排名每天都會小幅變動，來回換股要付約 0.58% 成本）；跌破停損 1046.11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【停損換股】1560 中砂（-125,274 元）：收盤 903.0 已跌破停損價 936.69，依紀律出場；資金轉往評分最高的候選標的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【續抱】3591 艾笛森（-41,519 元）：買進第 8 個交易日，未滿 10 個交易日不換股、不因分數小幅轉弱賣出（模型排名每天都會小幅變動，來回換股要付約 0.58% 成本）；跌破停損 25.11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【續抱】6182 合晶（-5,665 元）：買進第 3 個交易日，未滿 10 個交易日不換股、不因分數小幅轉弱賣出（模型排名每天都會小幅變動，來回換股要付約 0.58% 成本）；跌破停損 97.31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【停損換股】3189 景碩（-172,527 元）：收盤 979.0 已跌破停損價 999.0，依紀律出場；資金轉往評分最高的候選標的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【續抱並可加碼】6213 聯茂（+71,965 元）：模型排名仍在全市場前 3%、股價在月線之上、虧損未擴大，權重 9.3% 仍低於上限，可逢回加碼攤低成本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美國9月CPI高於預期，引發對聯準會維持高利率甚至升息的疑慮，方向為利多美元、利空台股，幅度影響約0%，後續決策為維持原有部位。外資單日賣超台股3025億元，創歷史新高，方向為利空台股，幅度影響-0.75%，決策為嚴守停損、暫停加碼。台積電ADR跌近2%，費半指數連續7日下跌，方向為利空半導體股，幅度影響-0.9%，決策為嚴守停損、暫停加碼。美元指數下跌，美債殖利率回落，帶動歐元、英鎊反彈，方向為利多台幣、利空美元，幅度影響+0.18%，決策為支持續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美國9月CPI高於預期，引發市場對聯準會維持高利率甚至進一步升息的疑慮 → 美國10年債殖利率↑：預估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外資單日賣超台股3025億元，創歷史新高 → VIX恐慌指數↑：預估 -64,158 元（-0.75%）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台積電ADR跌近2%，費半指數連續7日下跌 → 費城半導體↓：預估 -76,822 元（-0.90%）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美元指數下跌，美債殖利率回落，帶動歐元、英鎊反彈 → 美元兌台幣↓：預估 +15,154 元（+0.18%）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中國9月新增人民幣貸款高於預期，分析認為刺激措施可能發揮作用 → 中國大型股ETF↑：預估 +9,861 元（+0.12%）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美墨關稅協議傳卡關，美商務部長反對調降汽車鋼鋁稅 → 標普500↓：預估 -67,603 元（-0.79%）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CoreWeave信用風險亮紅燈，CDS衝破警戒線，公司債殖利率逼近16% → VIX恐慌指數↑：預估 -64,158 元（-0.75%）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美股道瓊指數漲逾1%至556點，費半指數連跌7天 → 標普500↑：預估 +67,603 元（+0.79%）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國際事件：美國9月CPI高於預期，引發市場對聯準會維持高利率甚至進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-0.0023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-0.1061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國際事件：外資單日賣超台股3025億元，創歷史新高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-0.0245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-1,254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-1,358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-1,051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-1,267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-0.1293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-16,367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999.0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-10,147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936.69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-0.1705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599.23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-9,908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639.23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-0.1822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-233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2069.91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-1,386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97.31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-0.1967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-1.55%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-9,498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1046.11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國際事件：台積電ADR跌近2%，費半指數連續7日下跌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0.0381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0.0595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0.5312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-1.54%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-24,711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999.0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0.1727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-2,681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0.4192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-11,921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936.69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599.23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0.4224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-9,748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639.23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0.6328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-1.83%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-296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2069.91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-1,738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97.31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0.7688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-13,603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1046.11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17</a:t>
            </a:r>
          </a:p>
        </p:txBody>
      </p:sp>
      <p:pic>
        <p:nvPicPr>
          <p:cNvPr id="5" name="Picture 4" descr="2026-10-16_開盤前更新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692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18.0%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18</a:t>
            </a:r>
          </a:p>
        </p:txBody>
      </p:sp>
      <p:pic>
        <p:nvPicPr>
          <p:cNvPr id="5" name="Picture 4" descr="2026-10-16_開盤前更新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19</a:t>
            </a:r>
          </a:p>
        </p:txBody>
      </p:sp>
      <p:pic>
        <p:nvPicPr>
          <p:cNvPr id="5" name="Picture 4" descr="2026-10-16_開盤前更新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12247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張+333股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108.5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36,630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張+333股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791.0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266,067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張+383股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606.0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234,779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張+570股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1060.0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612,750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張+639股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969.0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1,604,581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張+91股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893.0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985,173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2000.0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16,200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48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1,284,000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 張+650股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26.45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2,056,355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6182 合晶｜0 張 + 333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風險警示：單日重挫 -7.56%：先減碼三分之一，確認原因後再決定；法人近 5 日賣超 19,681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667 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聯茂｜0 張 + 333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風險警示：單日重挫 -6.66%：先減碼三分之一，確認原因後再決定；列為處置股（連續三次及當日沖銷標準，115/10/08～115/10/19）：改為分盤撮合、可能需預收款，流動性變差，減碼三分之一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667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6196 帆宣｜0 張 + 383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風險警示：距停損價 599.23 只剩 2.3%，先掛好停損單；單日重挫 -6.55%：先減碼三分之一，確認原因後再決定；法人近 5 日賣超 655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767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3037 欣興｜0 張 + 570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風險警示：距停損價 1046.11 只剩 2.8%，先掛好停損單；重大負面新聞：員工遭機台夾傷送醫不治，部分停工（多來源）；股價已跌破月線，全數出場；單日重挫 -9.28%：先減碼三分之一，確認原因後再決定；法人近 5 日賣超 6,452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觸發條件中最嚴重者決定賣出比例：全數出場；限價取最近價 × 0.99以提高成交機率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3189 景碩｜1 張 + 639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979.00 元 ≤ 停損價 999.00 元（成本 1084.26 元，損益 -9.71%）；同時風險警示：已跌破停損價 999.0（目前 979.0）：依紀律全數出場；單日重挫 -6.76%：先減碼三分之一，確認原因後再決定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1560 中砂｜1 張 + 91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903.00 元 ≤ 停損價 936.69 元（成本 1017.82 元，損益 -11.28%）；同時風險警示：已跌破停損價 936.69（目前 903.0）：依紀律全數出場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2025.00 元 ≤ 停損價 2069.91 元（成本 2365.62 元，損益 -14.40%）；同時風險警示：已跌破停損價 2069.91（目前 2025.0）：依紀律全數出場；重大負面新聞：爆5859.5萬違約交割（多來源）；股價已跌破月線，全數出場；單日重挫 -10.00%：先減碼三分之一，確認原因後再決定；法人近 5 日賣超 2,222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買進【進攻籃】3591 艾笛森｜48 張｜限價 26.75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買進艾笛森48000股，因綜合分數+0.46達門檻，一個月模型預期超額報酬排名全市場前4%，創新高機率42.8%。風險預算可買41418股，為補足進攻籃目標金額上調7061股，實際買48000股。出場策略：一個月目標突破52週高點33.34元確認創新高，停損為收盤跌破24.05元全數賣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+0.46 達門檻（+0.30）；一個月模型預期超額報酬排名全市場前 4%、創新高機率 42.8%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42.8%（全市場基準 18.0%，排名前 20%），預期超額報酬 +7.51%（排名前 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-20.1%（52 週高 33.34，現價 26.65）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+5.3%、近 60 日 -8.4%，相對大盤 20 日 +2.9%、60 日 -11.1%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95% → 目標金額 7,326,245 元（已持有 2,859,571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8,568,707 元 × 每筆風險 1.2% × 信心係數 1.08（由綜合分數 +0.46 換算）= 110,793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3.01 與距 10 日低點 26.40 的距離 0.35 之較大者，但不超過進場價 10%（2.68） = 2.68 元（進場 26.75 → 停損 24.05 元，10.0%）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110,793 ÷ 2.68 = 41,418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7,061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48,000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26.61 × (1 + 0.5%) = 26.75，提高成交機率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取整後：48 張（48,000 股），金額約 1,284,000 元，佔總資產 15.0%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478 股只有 12,786 元，低於 14,035 元會被最低手續費 20 元拉高費率（約 0.16%），所以不買零股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+0.46 高，信心係數 1.08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+40.6%，基本面支撐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【少買】日均波動（ATR）5.7%，波動大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【少買】一個月內創新高機率 42.8%，勝率普通故保守配置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33.34 元（距現價 20.1%）即確認創新高，續抱讓獲利奔跑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24.05 元全數賣出 48 張（48,000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買進【進攻籃】2103 台橡｜71 張 + 650 股｜限價 28.7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買進台橡71650股，因綜合分數+0.30達門檻，一個月模型預期超額報酬排名全市場前36%，創新高機率49.1%。風險預算可買40748股，為補足進攻籃目標金額上調30902股，實際買71650股。出場策略：一個月目標突破52週高點32.0元確認創新高，停損為收盤跌破26.45元全數賣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+0.30 達門檻（+0.30）；一個月模型預期超額報酬排名全市場前 36%、創新高機率 49.1%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49.1%（全市場基準 18.0%，排名前 16%），預期超額報酬 +3.35%（排名前 36%）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-10.6%（52 週高 32.0，現價 28.6）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+12.4%、近 60 日 +24.1%，相對大盤 20 日 +10.0%、60 日 +13.4%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95% → 目標金額 7,326,245 元（已持有 2,859,571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8,568,707 元 × 每筆風險 1.2% × 信心係數 0.88（由綜合分數 +0.30 換算）= 90,228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2.21 與距 10 日低點 27.70 的距離 1.00 之較大者 = 2.21 元（進場 28.70 → 停損 26.45 元，7.7%）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90,228 ÷ 2.21 = 40,748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30,902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28.55 × (1 + 0.5%) = 28.7，提高成交機率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取整後：71 張又 650 股（共 71,650 股），金額約 2,056,355 元，佔總資產 24.0%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+23.1%，基本面支撐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【少買】綜合分數 +0.30 普通，信心係數 0.88 &lt; 1 縮小部位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【少買】日均波動（ATR）3.9%，波動大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【少買】一個月內創新高機率 49.1%，勝率普通故保守配置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32.0 元（距現價 10.6%）即確認創新高，續抱讓獲利奔跑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26.45 元全數賣出 71 張又 650 股（共 71,650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30</a:t>
            </a:r>
          </a:p>
        </p:txBody>
      </p:sp>
      <p:pic>
        <p:nvPicPr>
          <p:cNvPr id="5" name="Picture 4" descr="2026-10-16_開盤前更新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158" y="1097280"/>
            <a:ext cx="622337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31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79.1%（建倉期至 10/16，不罰）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85.6%（目標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13 檔＋本次建議 = 13 檔；執行後持有 9 檔（第三週 10/19 起才檢查）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83 筆＋本次建議 9 筆 = 92 筆；剩餘 30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1,233,813 元 / 上限 2,570,612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-14.31%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32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87.9% / 30.1%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2026-10-16　|　33</a:t>
            </a:r>
          </a:p>
        </p:txBody>
      </p:sp>
      <p:pic>
        <p:nvPicPr>
          <p:cNvPr id="5" name="Picture 4" descr="2026-10-16_開盤前更新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