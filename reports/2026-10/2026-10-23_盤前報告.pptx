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2026-10-23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863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-13.68%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90.6%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受到市場重燃對AI巨額資本支出與投資回報疑慮的衝擊，費城半導體指數狂瀉6.72%，那斯達克指數大跌2.60%，超微重挫8.10%、台積電ADR跌4.52%，輝達跌4.40%。恐慌情緒蔓延使VIX恐慌指數飆升14.09%至19.03，避險資金湧入美債帶動10年期美債殖利率跌破5%至4.95%，而中東地緣政治緊張推升西德州原油上漲1.88%至98.98美元。台股前一交易日外資擴大賣超，加權指數下跌1.81%，10月23日集中市場則因颱風薔琵影響全日休市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受隔夜美股費半崩跌與台指期夜盤重挫影響，台股開盤面臨沉重補跌賣壓，模型預測加權指數開盤將開低-0.87%至45640.89點，開盤後預期進一步走低-1.07%。在歷史驗證中，開盤跳空預測模型之命中率為83.6%（基準命中率60.3%），盤中走勢模型命中率為66.7%（基準命中率54.7%），具備較高統計可靠性。大盤指數已落在季線附近震盪，盤中需提防科技與半導體供應鏈擴大修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10 張又 611 股（共 10,611 股），加碼後共 11 張又 611 股（共 11,611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986.0）：依紀律全數出場 → 建議賣出 1 張又 639 股（共 1,639 股）（持有 1,639 股的 100%），限價 976.0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846.0）：依紀律全數出場 → 建議賣出 1 張又 91 股（共 1,091 股）（持有 1,091 股的 100%），限價 837.0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597.0）：依紀律全數出場 → 建議賣出 2 張又 150 股（共 2,150 股）（持有 2,150 股的 100%），限價 591.0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1980.0）：依紀律全數出場 → 建議賣出 8 股（零股）（持有 8 股的 100%），限價 1960.0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潤泰全：負面新聞：借券餘額增加，可能面臨放空壓力。；股價偏弱，減碼三分之一 → 建議賣出 2 張又 391 股（共 2,391 股）（持有 7,173 股的 33%），限價 57.2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【警告】3591 艾笛森：負面新聞：融資使用率及張數高，可能面臨追繳風險。；股價偏弱，減碼三分之一 → 建議賣出 6 張又 842 股（共 6,842 股）（持有 20,528 股的 33%），限價 26.55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聯茂：單日重挫 -5.59%：先減碼三分之一，確認原因後再決定 → 建議賣出 333 股（零股）（持有 1,000 股的 33%），限價 769.0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合晶：單日重挫 -5.86%：先減碼三分之一，確認原因後再決定 → 建議賣出 333 股（零股）（持有 1,000 股的 33%），限價 103.0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21／跌停 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跌停｜3081 聯亞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即時新聞】聯亞(3081)盤中走強，市場聚焦AI矽光與營收連創新高 - CMoney；獲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可能原因（新聞）：光學元件全面沸騰！「這檔」 處置期滿秒鎖漲停今國光2.1萬張買單爭進場、佳凌、歐特明強漲逾6% -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跌停｜3624 光頡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可能原因（新聞）：光頡(3624)交期排到2027年下半年！預算達成率僅84%的一年，AI與漲價怎麼讓2026年翻盤？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即時新聞】聯一光(3441)股價走強，主力與法人籌碼同時受關注 - CMoney投資網誌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漲停｜2468 華經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可能原因（新聞）：【10:26 即時新聞】華經(2468) 股價走強貼近波段高位，資安題材續吸引買盤 - CMoney投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可能原因（新聞）：今日漲停股｜資安事件頻傳引爆剛性需求，華經、驊宏資、麗臺強勢攻上漲停1022｜豐雲學堂2026 年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漲停｜6148 驊宏資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可能原因（新聞）：驊宏資(6148) 個股概覽 | 個股 - 股市 - CMoney；【10:33 即時新聞】驊宏資(6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漲停｜4577 達航科技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可能原因（新聞）：【12:47 即時新聞】達航科技(4577)盤中續揚，主力買盤與營收成長成焦點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漲停｜3691 碩禾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可能原因（新聞）：【10:19 即時新聞】碩禾(3691) 盤中大漲近九成一，買盤回流聚焦營收成長 - CMoney投資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漲停｜7730 暉盛-創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可能原因（新聞）：暉盛接單火熱 業績升溫 - 經濟日報；《半導體》暉盛亮燈攻頂登4個半月高價- 上市櫃 - 旺得富理財網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漲停｜6221 晉泰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可能原因（新聞）：晉泰(6221) 個股概覽 | 個股 - 股市 - CMoney；【09:12 即時新聞】晉泰(622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漲停｜6945 圓祥生技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可能原因（新聞）：6945 圓祥生技 - 2026年3月20日 到 2026年10月16(實際是統計到... - 股市爆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黃燈：灰燈（中性）但出現 1 項風險訊號，先暫停追高 → 進攻籃 80%（已持續 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583 萬，執行後佔總資產 67.4%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進攻籃買進：2468 華經、2069 運錩、6456 GIS-KY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194 萬，執行後佔總資產 25.0%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穩健籃買進：1736 喬山、2885 元大金、1617 榮星、1808 潤隆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股票內部配置設定為進攻籃75%、穩健籃25%、ETF籃0%。整體燈號維持在中性偏弱的黃燈，因費半單日大跌逾3%觸發風險訊號，進攻籃暫停追高，且因調整機制偵測到失誤下修5%，使進攻籃由80%降至75%。進攻籃買進動能強勁且具基本面支撐的標的，包括資訊服務業華經（創新高機率95.9%、9月營收年增68.8%）、鋼鐵股運錩（創新高機率79.7%）及光電股GIS-KY；穩健籃則配置低波動防禦標的，納入喬山、元大金、榮星與潤隆，藉此提高收正報酬機率並壓低投資組合整體波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1617 榮星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1808 潤隆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8215 明基材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3704 合勤控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-13.68%、距高點回撤 -15.36%、剩 25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69 次，命中率 66.7%（基準 63.0%），平均每次 +1.18%（已扣成本）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補回虧損模式可考慮加碼大盤曝險，但加權指數在季線下（-0.36%），風控規定不加碼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9</a:t>
            </a:r>
          </a:p>
        </p:txBody>
      </p:sp>
      <p:pic>
        <p:nvPicPr>
          <p:cNvPr id="5" name="Picture 4" descr="2026-10-23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+0.71%（+4,800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+0.35%（+1,435 元），主因為「個股特有因素」（+0.65%）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-2.38%（-39,336 元），主因為「大盤因素」（-3.24%）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-3.24%（-18,475 元），主因為「產業因素」（-1.89%）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-39,336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-33,821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最近交易日持股整體損益為-181,062元，電子與半導體持股受大盤與產業重挫拖累顯著。景碩下跌-2.38%（損失-39,336元），大盤因素貢獻-3.24%、產業因素貢獻-2.13%，但個股因素貢獻+2.99%抵銷部分跌幅；聯茂單日重挫-5.59%（損失-46,000元），主因電子零組件產業中位數大跌，產業因素負面貢獻-3.13%、大盤貢獻-2.67%；中砂跌-3.53%與帆宣跌-2.93%，主要驅動皆為大盤因素，分別貢獻-2.54%與-2.32%；反觀金融股展現防禦韌性，合庫金漲0.71%、國票金漲0.30%、遠東銀漲0.38%、元大金漲1.54%，均由金融保險產業相對強勢的產業因素（貢獻+2.16%至+2.18%）主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11</a:t>
            </a:r>
          </a:p>
        </p:txBody>
      </p:sp>
      <p:pic>
        <p:nvPicPr>
          <p:cNvPr id="5" name="Picture 4" descr="2026-10-23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投資組合累積損益為-1,368,221元（-13.68%），距初始資金需上漲15.85%，補回虧損為第一優先。決策上嚴格執行紀律出場：景碩收盤986.0元跌破停損價999.0元、中砂收盤846.0元跌破停損價936.69元、帆宣收盤597.0元跌破停損價599.23元、致茂收盤1980.0元跌破停損價2069.91元，均全數停損換股以阻斷下行風險。獲利換股方面，合庫金獲利+7.89%、國票金獲利+5.68%、遠東銀獲利+2.55%、潤泰全獲利+0.45%與聯茂獲利+6.87%皆獲利了結入袋；台橡與艾笛森因存在預期報酬更高之標的亦執行換股。未滿10個交易日之欣興、合晶與元大金則暫行續抱。回收資金轉進進攻籃首選華經、運錩、GIS-KY，以及穩健籃首選喬山、元大金、榮星、潤隆，以加速淨值修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-1,368,221 元（-13.68%），已實現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15.85%；只有正報酬才列入排名，補回虧損是第一優先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+5.01%（約 +432,612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+13.32%，創新高機率 85.1%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穩健籃最佳替換候選：00731 復華富時高息低波，一個月預期報酬 +5.75%，收正報酬機率 75.0%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遠東銀（+11,936 元）：已獲利 +11,936 元（+2.55%）先入袋；這檔一個月預期只剩 +0.58%，轉買 00731 復華富時高息低波（預期 +5.75%）扣除換股成本後多 4.58%（門檻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潤泰全（+1,850 元）：已獲利 +1,850 元（+0.45%）先入袋；這檔一個月預期只剩 +1.75%，轉買 00731 復華富時高息低波（預期 +5.75%）扣除換股成本後多 3.42%（門檻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合庫金（+49,505 元）：已獲利 +49,505 元（+7.89%）先入袋；這檔一個月預期只剩 +2.71%，轉買 00731 復華富時高息低波（預期 +5.75%）扣除換股成本後多 2.46%（門檻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國票金（+36,804 元）：已獲利 +36,804 元（+5.68%）先入袋；這檔一個月預期只剩 +2.76%，轉買 00731 復華富時高息低波（預期 +5.75%）扣除換股成本後多 2.41%（門檻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致茂（-3,085 元）：收盤 1980.0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欣興（-55,110 元）：買進第 8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台橡（-4,327 元）：6870 騰雲 扣除換股成本後的預期報酬比續抱高 9.10%（門檻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元大金（+1,298 元）：買進第 3 個交易日，未滿 10 個交易日不換股、不因分數小幅轉弱賣出（模型排名每天都會小幅變動，來回換股要付約 0.58% 成本）；跌破停損 67.62 才出場。提醒：已獲利 +1.83%，00731 復華富時高息低波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中砂（-187,461 元）：收盤 846.0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帆宣（-81,212 元）：收盤 597.0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合晶（-11,165 元）：買進第 8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聯茂（+49,965 元）：已獲利 +49,965 元（+6.87%）先入袋；這檔一個月預期只剩 +7.65%，轉買 6870 騰雲（預期 +13.32%）扣除換股成本後多 5.09%（門檻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景碩（-161,054 元）：收盤 986.0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2.27%（門檻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各項國際總體事件對持股產生分歧影響：第一，美股科技與費半暴跌6.72%對半導體與電子零組件部位衝擊最大，景碩預估受影響-24,241元（-1.50%）、帆宣-17,713元（-1.38%）、欣興-13,606元（-2.20%）、中砂-11,168元（-1.21%），全組合總金額衝擊-83,629元（佔淨值-0.97%），已破停損者全數賣出，續抱者嚴守停損；第二，標普500指數下跌引發大盤系統性賣壓，景碩與帆宣分別受負面影響-21,009元與-16,943元，合計影響-75,949元（佔淨值-0.88%）；第三，VIX恐慌指數暴漲14.09%，避險情緒對持股總計造成-71,156元（佔淨值-0.82%）的負面衝擊；第四，西德州原油上漲1.88%，對台橡帶來+371元（+0.44%）正面效益，但對帆宣帶來-10,268元（-0.80%）不利影響；第五，美債10年期殖利率下滑3.75%，合庫金微幅受惠+880元；最後，中國大型股ETF下跌及台幣貶值亦分別對持股產生-13,438元與-15,917元之輕度負面影響，各項高敏感個股均暫停加碼並嚴守停損紀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中東地緣政治緊張升溫，沙烏地能源設施遇襲、美國下令外交人員撤離沙國，布倫特原油大漲4%創5個月新高 → 西德州原油↑：預估 -19,674 元（-0.23%）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市場對AI巨額資本支出與回報疑慮再起，Meta自由現金流轉負、CDS利差創新高，費半暴跌6.72%、那指跌逾2.6%，科技與晶片股全面遭拋售 → 費城半導體↓：預估 -83,629 元（-0.97%）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避險資金湧入美債，10年期美債殖利率跌破5%，創近一個月低點 → 美國10年債殖利率↓：預估 +880 元（+0.01%）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美股主要指數因AI疑慮與油價上漲多收黑，那指挫逾2.6%創6月以來最慘單日表現 → 標普500↓：預估 -75,949 元（-0.88%）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AI投資回報與融資成本疑慮升溫，市場恐慌加劇，資金轉向避險與防禦類股 → VIX恐慌指數↑：預估 -71,156 元（-0.82%）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油價上漲再度引發通膨焦慮，加上聯準會升息預期升溫，金價跌至逾兩個月低點 → 黃金↓：預估 -28,641 元（-0.33%）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美國傳欲向中國加徵7.5%產能過剩關稅，美中貿易摩擦持續 → 中國大型股ETF↓：預估 -13,438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外資大舉賣超台股，新台幣盤中重貶1.5角、失守32.6關卡 → 美元兌台幣↑：預估 -15,917 元（-0.18%）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國際事件：中東地緣政治緊張升溫，沙烏地能源設施遇襲、美國下令外交人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-0.2222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-5,905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國際事件：市場對AI巨額資本支出與回報疑慮再起，Meta自由現金流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-11,168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-9,402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0.6287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-13,606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國際事件：避險資金湧入美債，10年期美債殖利率跌破5%，創近一個月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17</a:t>
            </a:r>
          </a:p>
        </p:txBody>
      </p:sp>
      <p:pic>
        <p:nvPicPr>
          <p:cNvPr id="5" name="Picture 4" descr="2026-10-23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708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18</a:t>
            </a:r>
          </a:p>
        </p:txBody>
      </p:sp>
      <p:pic>
        <p:nvPicPr>
          <p:cNvPr id="5" name="Picture 4" descr="2026-10-23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19</a:t>
            </a:r>
          </a:p>
        </p:txBody>
      </p:sp>
      <p:pic>
        <p:nvPicPr>
          <p:cNvPr id="5" name="Picture 4" descr="2026-10-23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7811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206,150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676,800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685,051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479,744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414,599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1,616,054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922,986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1,283,550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777,000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張+874股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474,565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風險警示：負面新聞：公司發生工安意外。；股價偏弱，減碼三分之一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-5.86%：先減碼三分之一，確認原因後再決定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+49,505 元（+7.89%）先入袋；這檔一個月預期只剩 +2.71%，轉買 00731 復華富時高息低波（預期 +5.75%）扣除換股成本後多 2.46%（門檻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676,800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+36,804 元（+5.68%）先入袋；這檔一個月預期只剩 +2.76%，轉買 00731 復華富時高息低波（預期 +5.75%）扣除換股成本後多 2.41%（門檻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685,051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+11,936 元（+2.55%）先入袋；這檔一個月預期只剩 +0.58%，轉買 00731 復華富時高息低波（預期 +5.75%）扣除換股成本後多 4.58%（門檻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479,744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+1,850 元（+0.45%）先入袋；這檔一個月預期只剩 +1.75%，轉買 00731 復華富時高息低波（預期 +5.75%）扣除換股成本後多 3.42%（門檻 1.0%），且收正報酬機率不低於原標的；同時風險警示：負面新聞：借券餘額增加，可能面臨放空壓力。；股價偏弱，減碼三分之一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414,599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986.00 元 ≤ 停損價 999.00 元（成本 1084.26 元，損益 -9.06%）；同時風險警示：已跌破停損價 999.0（目前 986.0）：依紀律全數出場；負面新聞：法人下修EPS預估。；股價偏弱，減碼三分之一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2.27%（門檻 1.0%），且創新高機率不低於原標的 → 換股補回虧損較快；回收資金依綜合分數配置到買進候選，各檔仍受單一標的與產業上限約束；同時風險警示：負面新聞：融資使用率及張數高，可能面臨追繳風險。；股價偏弱，減碼三分之一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846.00 元 ≤ 停損價 936.69 元（成本 1017.82 元，損益 -16.88%）；同時風險警示：已跌破停損價 936.69（目前 846.0）：依紀律全數出場；法人近 5 日賣超 1,037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597.00 元 ≤ 停損價 599.23 元（成本 634.77 元，損益 -5.95%）；同時風險警示：已跌破停損價 599.23（目前 597.0）：依紀律全數出場；負面新聞：董事會決議發行可轉換公司債，可能稀釋股權。；股價偏弱，減碼三分之一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+49,965 元（+6.87%）先入袋；這檔一個月預期只剩 +7.65%，轉買 6870 騰雲（預期 +13.32%）扣除換股成本後多 5.09%（門檻 1.0%），且創新高機率不低於原標的；同時風險警示：單日重挫 -5.59%：先減碼三分之一，確認原因後再決定；法人近 5 日賣超 3,738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777,000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9.10%（門檻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84,300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1980.00 元 ≤ 停損價 2069.91 元（成本 2365.62 元，損益 -16.30%）；同時風險警示：已跌破停損價 2069.91（目前 1980.0）：依紀律全數出場；負面新聞：董事會決議辦理現金增資發行普通股參與發行海外存託憑證，可能稀釋股權。；股價偏弱，減碼三分之一；法人近 5 日賣超 1,911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買進【穩健籃】1736 喬山｜3 張 + 874 股｜限價 122.5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喬山穩健分數達+0.65，一個月收正報酬機率56.7%、9月營收年增17.2%，以不追價限價122.5元買進3,874股。若收盤跌破115.0元則停損全數賣出。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+0.65 達門檻（+0.20）；一個月收正報酬機率 56.7%、預期最大回檔 -7.5%，且未過熱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56.7%（全市場基準 51.8%），預期最大回檔 -7.5%（回檔幅度排名全市場最小的前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52.7%、預期報酬 +13.4%（模型估計，不是保證）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-0.00（大盤漲跌 1% 時約變動 -0.00%），日波動 1.48%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1.32（由穩健分數 +0.65 換算）= 90,979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7.50 與距 10 日低點 120.00 的距離 2.50 之較大者 = 7.50 元（進場 122.50 → 停損 115.00 元，6.1%）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90,979 ÷ 7.50 = 12,131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423 張 × 2%）」限制，下修至 8,470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4,595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122.57 與前一日收盤 124.0 的較低者 = 122.5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874 股（共 3,874 股），金額約 474,565 元，佔總資產 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+0.65 高，信心係數 1.32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56.7%，勝率普通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115.00 元全數賣出 3 張又 874 股（共 3,874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元大金｜10 張 + 611 股｜限價 71.3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元大金穩健分數+0.64，一個月收正報酬機率高達64.2%、9月營收年增22.7%，以限價71.3元買進10,611股穩健部位。若收盤跌破67.7元則全數停損出場。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+0.64 達門檻（+0.20）；一個月收正報酬機率 64.2%、預期最大回檔 -6.3%，且未過熱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64.2%（全市場基準 51.8%），預期最大回檔 -6.3%（回檔幅度排名全市場最小的前 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58.6%、預期報酬 +5.4%（模型估計，不是保證）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1.49%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1.30（由穩健分數 +0.64 換算）= 89,598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3.53 與距 10 日低點 68.30 的距離 3.00 之較大者 = 3.53 元（進場 71.30 → 停損 67.70 元，4.9%）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89,598 ÷ 3.53 = 25,392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23,197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12,585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71.34 與前一日收盤 72.4000015258789 的較低者 = 71.3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張又 611 股（共 10,611 股），金額約 756,564 元，佔總資產 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+0.64 高，信心係數 1.30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64.2%，可提高「正報酬晉級」機率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-6.3%，下檔風險偏大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67.70 元全數賣出 10 張又 611 股（共 10,611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買進【穩健籃】1617 榮星｜17 張 + 849 股｜限價 22.1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榮星穩健分數達+0.60，9月營收年增21.9%且未過熱，以限價22.1元買進17,849股建立防禦部位。若收盤跌破停損價19.85元則全數賣出。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+0.60 達門檻（+0.20）；一個月收正報酬機率 52.7%、預期最大回檔 -8.5%，且未過熱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52.7%（全市場基準 51.8%），預期最大回檔 -8.5%（回檔幅度排名全市場最小的前 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63.3%、預期報酬 +16.5%（模型估計，不是保證）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0.93（大盤漲跌 1% 時約變動 0.93%），日波動 4.15%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1.25（由穩健分數 +0.60 換算）= 86,231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2.66 與距 10 日低點 21.30 的距離 0.80 之較大者，但不超過進場價 10%（2.21） = 2.21 元（進場 22.10 → 停損 19.85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86,231 ÷ 2.21 = 39,019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21,169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22.1 與前一日收盤 22.5 的較低者 = 22.1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取整後：17 張又 849 股（共 17,849 股），金額約 394,463 元，佔總資產 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+0.60 高，信心係數 1.25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+21.9%，基本面支撐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52.7%，勝率普通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19.85 元全數賣出 17 張又 849 股（共 17,849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買進【穩健籃】1808 潤隆｜13 張 + 663 股｜限價 33.65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潤隆獲法人連續買超11日且9月營收年增幅極大，穩健分數達+0.59，以限價33.65元買進13,663股。若收盤跌破31.85元將全數停損出場。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46.8%、預期最大回檔 -7.3%，且未過熱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46.8%（全市場基準 51.8%），預期最大回檔 -7.3%（回檔幅度排名全市場最小的前 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55.6%、預期報酬 +9.5%（模型估計，不是保證）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0.18（大盤漲跌 1% 時約變動 0.18%），日波動 2.83%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1.23（由穩健分數 +0.59 換算）= 85,109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1.62 與距 10 日低點 31.90 的距離 1.75 之較大者 = 1.75 元（進場 33.65 → 停損 31.85 元，5.2%）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85,109 ÷ 1.75 = 48,634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1,493 張 × 2%）」限制，下修至 29,868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16,204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33.69 與前一日收盤 33.900001525878906 的較低者 = 33.65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取整後：13 張又 663 股（共 13,663 股），金額約 459,760 元，佔總資產 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11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+63462.8%，基本面支撐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46.8%，勝率普通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-7.3%，下檔風險偏大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31.85 元全數賣出 13 張又 663 股（共 13,663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買進【進攻籃】2468 華經｜36 張｜限價 55.5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華經綜合分數+0.76，創新高機率達95.9%且9月營收年增68.8%，以限價55.5元買進36,000股補足進攻額度。突破52週高點55.0元續抱，收盤跌破49.95元則全數停損。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7%、創新高機率 95.9%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95.9%（全市場基準 17.9%，排名前 0%），預期超額報酬 +6.77%（排名前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55.0，現價 55.0），正處於創高區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+18.1%、近 60 日 +58.7%，相對大盤 20 日 +21.7%、60 日 +53.2%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1.44（由綜合分數 +0.76 換算）= 99,697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7.28 與距 10 日低點 40.50 的距離 15.00 之較大者，但不超過進場價 10%（5.55） = 5.55 元（進場 55.50 → 停損 49.95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99,697 ÷ 5.55 = 17,963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18,043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36,000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55.14 × (1 + 0.5%) = 55.5，提高成交機率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取整後：36 張（36,000 股），金額約 1,998,000 元，佔總資產 23.1%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6 股只有 333 元，低於 14,035 元會被最低手續費 20 元拉高費率（約 6.01%），所以不買零股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+68.8%，基本面支撐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55.0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49.95 元全數賣出 36 張（36,000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運錩｜38 張｜限價 29.1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運錩綜合分數+0.71，創新高機率79.7%、預期超額報酬排名前2%，以限價29.1元買進38,000股。突破高點30.05元續抱，若收盤跌破26.15元則全數停損。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+0.71 達門檻（+0.30）；一個月模型預期超額報酬排名全市場前 2%、創新高機率 79.7%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79.7%（全市場基準 17.9%，排名前 5%），預期超額報酬 +9.02%（排名前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-3.7%（52 週高 30.05，現價 28.95）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+19.6%、近 60 日 +57.8%，相對大盤 20 日 +23.1%、60 日 +52.2%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1.39（由綜合分數 +0.71 換算）= 96,244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2.21 與距 10 日低點 23.70 的距離 5.40 之較大者，但不超過進場價 10%（2.91） = 2.91 元（進場 29.10 → 停損 26.15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96,244 ÷ 2.91 = 33,074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5,185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38,000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28.91 × (1 + 0.5%) = 29.1，提高成交機率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取整後：38 張（38,000 股），金額約 1,105,800 元，佔總資產 12.8%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258 股只有 7,508 元，低於 14,035 元會被最低手續費 20 元拉高費率（約 0.27%），所以不買零股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+0.71 高，信心係數 1.39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3.7%）即確認創新高，續抱讓獲利奔跑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26.15 元全數賣出 38 張（38,000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GIS-KY｜19 張 + 721 股｜限價 101.0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GIS-KY綜合分數+0.70，創新高機率85.0%且9月營收年增30.8%，以限價101.0元買進19,721股進攻。突破高點108.0元讓獲利奔跑，收盤跌破90.9元嚴格停損出場。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+0.70 達門檻（+0.30）；一個月模型預期超額報酬排名全市場前 7%、創新高機率 85.0%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85.0%（全市場基準 17.9%，排名前 3%），預期超額報酬 +6.61%（排名前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-5.6%（52 週高 108.0，現價 102.0）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+41.9%、近 60 日 +61.7%，相對大盤 20 日 +45.4%、60 日 +56.1%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1.38（由綜合分數 +0.70 換算）= 94,950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15.54 與距 10 日低點 83.30 的距離 17.70 之較大者，但不超過進場價 10%（10.10） = 10.10 元（進場 101.00 → 停損 90.90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94,950 ÷ 10.10 = 9,401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10,320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100.28 × (1 + 0.5%) = 101.0，提高成交機率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取整後：19 張又 721 股（共 19,721 股），金額約 1,991,821 元，佔總資產 23.1%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+0.70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85.0%，勝率高可多配置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5.6%）即確認創新高，續抱讓獲利奔跑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90.90 元全數賣出 19 張又 721 股（共 19,721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41</a:t>
            </a:r>
          </a:p>
        </p:txBody>
      </p:sp>
      <p:pic>
        <p:nvPicPr>
          <p:cNvPr id="5" name="Picture 4" descr="2026-10-23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64586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96.2%（每日收盤檢查，未達扣報酬率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90.6%（目標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20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20 筆 = 108 筆；剩餘 25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2,589,534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-13.68%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43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88.1%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2026-10-23　|　44</a:t>
            </a:r>
          </a:p>
        </p:txBody>
      </p:sp>
      <p:pic>
        <p:nvPicPr>
          <p:cNvPr id="5" name="Picture 4" descr="2026-10-23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