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開盤前更新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2026-10-14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940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-5.96%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72.0%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+0.09%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隔夜費城半導體指數收跌0.23%，那斯達克跌0.15%，標普500跌0.02%，美元兌台幣升0.04%至31.93，美10年債殖利率跌0.44%至5.22%，西德州原油漲1.0%至94.68，台股重挫近千點失守4.9萬點，外資賣超1,653億元史上第三大，台幣爆量貶破32元，AI股續跌帶動恐慌性賣盤，市場進入整理期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今日台股開盤預測微幅開高0.09%，盤中震盪為主，模型開盤命中率80.2%，建議以進攻籃為主，穩健籃暫不加碼，觀察大盤能否站上月線。（08:20 更新：那斯達克期貨 30807.5，-0.29%）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7 張又 173 股（共 7,173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-7.00%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2175.0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363 股（零股），保留 728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+9.35%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333 股（零股），保留 667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787.0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190 股（零股），保留 380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1165.0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333 股（零股），保留 667 股（零股）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1,150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-1.83%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162 股（零股），加碼後共 1 張又 312 股（共 1,312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-4.08%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1 張又 639 股（共 1,639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40 張又 416 股（共 40,416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+4.07%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24 張（24,000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20 張又 528 股（共 20,528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36 張又 71 股（共 36,071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-3.02%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3 張（3,000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2／警告 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【嚴重】2915 潤泰全：重大負面新聞：營收月增率-29.73%，年增率-64.02%；股價已跌破月線，全數出場 → 建議賣出 7 張又 173 股（共 7,173 股）（持有 7,173 股的 100%），限價 57.6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致茂：重大負面新聞：爆5859.5萬違約交割（多來源）；股價已跌破月線，全數出場 → 建議賣出 8 股（零股）（持有 8 股的 100%），限價 2175.0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【警告】1560 中砂：距停損價 936.69 只剩 1.4%，先掛好停損單 → 建議賣出 363 股（零股）（持有 1,091 股的 33%），限價 940.0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【警告】6196 帆宣：負面新聞：董事會決議發行國內第六次無擔保可轉換公司債，上限40億元；股價尚穩，先上調停損 → 停損上調至 613.0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聯茂：列為處置股（連續三次及當日沖銷標準，115/10/08～115/10/19）：改為分盤撮合、可能需預收款，流動性變差，減碼三分之一 → 建議賣出 333 股（零股）（持有 1,000 股的 33%），限價 787.0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【警告】6182 合晶：單日重挫 -6.45%：先減碼三分之一，確認原因後再決定 → 建議賣出 333 股（零股）（持有 1,000 股的 33%），限價 114.5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【警告】3037 欣興：負面新聞：針對115/10/13工安意外之說明；股價尚穩，先上調停損 → 建議賣出 190 股（零股）（持有 570 股的 33%），限價 1165.0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【警告】6196 帆宣：負面新聞：董事會決議發行國內第六次無擔保可轉換公司債，上限40億元 → 減半買進（81 股（零股））或等回測支撐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24／跌停 16）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跌停｜2383 台光電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可能原因（新聞）：銅箔基板也撐不住...聯茂、台光電慘吞跌停 分析師看法曝 - Yahoo股市；台光電(2383)含台光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跌停｜3081 聯亞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可能原因（新聞）：3081 聯亞- 開盤不到一小時、爆量跌停? - 股市爆料同學會 - CMoney；聯亞Q1獲利年增6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跌停｜2455 全新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可能原因（新聞）：全新（2455）是什麼概念股？光通訊成長如何變成獲利 - 口袋證券；國票剛剛發布了一份全新(2455)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跌停｜3167 大量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電機機械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可能原因（新聞）：訂單滿載＋機鑽與量測雙引擎爆發 法人看好這家PCB設備廠潛在漲幅逾4成 - 工商時報；3167 大量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漲停｜3406 玉晶光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可能原因（新聞）：玉晶光(3406) 個股概覽 | 個股 - 股市 - CMoney；【10:12 即時新聞】玉晶光(3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漲停｜6505 台塑化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油電燃氣業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可能原因（新聞）：台塑四寶第三季獲利出爐！南亞今年來賺逾1股本 台塑化寫最強單季 - Yahoo股市；焦點股》台塑化：大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漲停｜6217 中探針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可能原因（新聞）：中探針(6217) 今日股價與討論 - 股市爆料同學會 - CMoney；【11:02 即時新聞】中探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漲停｜6834 天二科技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可能原因（新聞）：盤中速報 - 天二科技(6834)股價拉至漲停，漲停價135.0元，成交3,850張 - Tradin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漲停｜1312 國喬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塑膠工業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可能原因（新聞）：【09:04 即時新聞】國喬(1312)亮燈漲停，法人與主力買盤成盤中焦點 - CMoney投資網誌；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漲停｜1569 濱川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可能原因（新聞）：濱川攜雙鴻切入液冷件，Q4拚新平台量產爬坡 - 台視全球資訊網；【12:00 即時新聞】濱川(1569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漲停｜6668 中揚光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可能原因（新聞）：【10:08 即時新聞】中揚光(6668)股價走強，盤面聚焦CPO與光學族群熱度 - CMoney；【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漲停｜8050 廣積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可能原因（新聞）：營收速報 - 廣積(8050)9月營收11.45億元年增率高達167.1％｜新聞快訊｜豐雲學堂 - 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100%／穩健 0%／ETF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綠燈：大盤強勢（站上月線與季線、20 日漲 +4.5%），積極進攻 → 進攻籃 100%（已持續 39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100%、穩健籃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100%、穩健籃 0%、ETF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綠燈強勢 → ETF −5%，資金優先給進攻個股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限制在 ETF 0%～0% 範圍內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846 萬，執行後佔總資產 61.9%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進攻籃買進：6196 帆宣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0 萬，執行後佔總資產 23.8%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今日進攻籃佔100%，穩健籃0%，因大盤強勢站上月線與季線、20日漲+4.5%，綠燈下積極進攻，進攻籃買入帆宣162股，穩健籃未調整。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00939 統一台灣高息動能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2476 鉅祥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00692 富邦公司治理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80.8%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0.98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71.5%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6245 立端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3479 安勤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00757 統一FANG+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00919 群益台灣精選高息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65.1%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4541 晟田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65.3%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-5.96%、距高點回撤 -7.80%、剩 32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55.2%（模型估計，不是保證）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做多：樣本外命中率 63.6%（基準 64.2%）、平均每次 +1.04%（一直做多 +0.80%），沒有擇時優勢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1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已持有 TX202610 多 2 口，每點 400 元，已達建議曝險每點 70 元，不再加碼；現有曝險是建議的 5.7 倍，若跌 1,243 點（停損距離）約虧損 497,200 元（總資產 5.3%），可考慮減碼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為何今日會漲／會跌（2026-10-12）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9</a:t>
            </a:r>
          </a:p>
        </p:txBody>
      </p:sp>
      <p:pic>
        <p:nvPicPr>
          <p:cNvPr id="5" name="Picture 4" descr="2026-10-14_開盤前更新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807912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合庫金：今日上漲 +1.32%（+8,400 元），主因為「產業因素」（+2.21%）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國票金：今日上漲 +0.30%（+2,021 元），主因為「產業因素」（+2.21%）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遠東銀：今日上漲 +1.54%（+7,214 元），主因為「產業因素」（+2.21%）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潤泰全：今日下跌 -0.85%（-3,586 元），主因為「個股特有因素」（-0.85%）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-1.40%（-24,585 元），主因為「產業因素」（-0.92%）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3591 艾笛森：今日下跌 -2.41%（-14,370 元），主因為「個股特有因素」（-2.41%）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+8,400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-1.90%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+7,214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-3,586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-1.40%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-24,585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-0.92%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-14,370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-0.99%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-10,910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+1.35%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-19,550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-3.27%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+1.23%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+1.50%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+280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+0.57%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-2.92%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-8,550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-0.73%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583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帆宣今日下跌2.52%，主要因個股特有因素-3.27%，產業因素貢獻+0.77%，大盤影響-0.03%，虧損擴大源於三大法人賣超163張及成交量放大。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11</a:t>
            </a:r>
          </a:p>
        </p:txBody>
      </p:sp>
      <p:pic>
        <p:nvPicPr>
          <p:cNvPr id="5" name="Picture 4" descr="2026-10-14_開盤前更新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帆宣虧損-1.83%，決策為續抱並可加碼，因模型排名仍在全市場前12%、股價在月線之上、虧損未擴大，權重7.8%低於上限，可逢回加碼攤低成本。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-596,365 元（-5.96%），已實現 +48,865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6.34%；只有正報酬才列入排名，補回虧損是第一優先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+6.01%（約 +565,160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進攻籃最佳替換候選：1617 榮星，一個月預期報酬 +13.31%，創新高機率 67.2%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穩健籃最佳替換候選：00692 富邦公司治理，一個月預期報酬 +5.39%，收正報酬機率 80.8%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【續抱】2845 遠東銀（+6,526 元）：買進第 6 個交易日，未滿 10 個交易日不換股、不因分數小幅轉弱賣出（模型排名每天都會小幅變動，來回換股要付約 0.58% 成本）；跌破停損 12.6 才出場。提醒：已獲利 +1.39%，00692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合庫金（+25,505 元）：買進第 6 個交易日，未滿 10 個交易日不換股、不因分數小幅轉弱賣出（模型排名每天都會小幅變動，來回換股要付約 0.58% 成本）；跌破停損 25.28 才出場。提醒：已獲利 +4.07%，00692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【續抱】2889 國票金（+30,742 元）：買進第 6 個交易日，未滿 10 個交易日不換股、不因分數小幅轉弱賣出（模型排名每天都會小幅變動，來回換股要付約 0.58% 成本）；跌破停損 15.43 才出場。提醒：已獲利 +4.74%，00692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【續抱】2360 致茂（-1,325 元）：買進第 3 個交易日，未滿 10 個交易日不換股、不因分數小幅轉弱賣出（模型排名每天都會小幅變動，來回換股要付約 0.58% 成本）；跌破停損 2069.91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潤泰全（+4,720 元）：買進第 6 個交易日，未滿 10 個交易日不換股、不因分數小幅轉弱賣出（模型排名每天都會小幅變動，來回換股要付約 0.58% 成本）；跌破停損 55.39 才出場。提醒：已獲利 +1.14%，00692 富邦公司治理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【續抱】2103 台橡（-2,677 元）：買進第 3 個交易日，未滿 10 個交易日不換股、不因分數小幅轉弱賣出（模型排名每天都會小幅變動，來回換股要付約 0.58% 成本）；跌破停損 27.7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【續抱並可加碼】6196 帆宣（-13,738 元）：模型排名仍在全市場前 12%、股價在月線之上、虧損未擴大，權重 7.8%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【續抱】1560 中砂（-73,997 元）：買進第 6 個交易日，未滿 10 個交易日不換股、不因分數小幅轉弱賣出（模型排名每天都會小幅變動，來回換股要付約 0.58% 成本）；跌破停損 936.69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【續抱並可加碼】3037 欣興（-960 元）：模型排名仍在全市場前 16%、股價在月線之上、虧損未擴大，權重 7.2%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【續抱】6182 合晶（+335 元）：買進第 1 個交易日，未滿 10 個交易日不換股、不因分數小幅轉弱賣出（模型排名每天都會小幅變動，來回換股要付約 0.58% 成本）；跌破停損 97.31 才出場。提醒：已獲利 +0.29%，1617 榮星 預期報酬較高，滿 10 個交易日後若仍如此會建議獲利換股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【續抱並可加碼】3591 艾笛森（-22,017 元）：模型排名仍在全市場前 12%、股價在月線之上、虧損未擴大，權重 6.0%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【續抱並可加碼】6213 聯茂（+67,965 元）：模型排名仍在全市場前 3%、股價在月線之上、虧損未擴大，權重 8.5% 仍低於上限，可逢回加碼攤低成本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【續抱並可加碼】3189 景碩（-72,548 元）：模型排名仍在全市場前 3%、股價在月線之上、虧損未擴大，權重 18.1% 仍低於上限，可逢回加碼攤低成本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聯準會官員警告AI投資熱潮恐推升通膨，降息門檻提高，方向正面，影響中性，無需調整；沙烏地阿美總部遇襲起火，美油漲0.6%，對台橡有利+0.45%，支持續抱；台幣爆量貶破32元，對景碩影響-0.66%，列入觀察暫不調整；美股費半連五跌，對景碩影響-1.49%，敏感度高，嚴守停損999.0元、暫停加碼；輝達宣布追加投資歐洲20億美元，對景碩影響+1.26%，有利支持續抱；中國記憶體競爭威脅升溫，對景碩影響中性；美啟動關稅法337調查，對中砂影響-1.00%，不利且敏感度高，嚴守停損936.69元、暫停加碼；波士頓Fed總裁柯林斯：今年底前仍可能再升息，影響中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聯準會官員警告AI投資熱潮恐推升通膨，降息門檻提高 → 美國10年債殖利率↑：預估 +0 元（+0.00%）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沙烏地阿美總部遇襲起火，胡塞威脅再打石油設施，美油應聲漲逾0.6% → 西德州原油↑：預估 -15,471 元（-0.16%）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台幣爆量貶破32元，外資週二狂砍台股1,653億元 → 美元兌台幣↑：預估 -11,250 元（-0.12%）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美股費半連五跌，晶片股承壓，美光跌3.6%、應材重挫近7% → 費城半導體↓：預估 -78,399 元（-0.83%）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輝達宣布追加投資歐洲20億美元，催歐洲加入AI競賽 → 標普500↑：預估 +69,200 元（+0.74%）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中國記憶體競爭威脅升溫，費半連跌5日、累計重挫逾8% → 中國大型股ETF↓：預估 -11,253 元（-0.12%）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美啟動關稅法337調查鴻海.台達電.廣達中招 → VIX恐慌指數↑：預估 -65,104 元（-0.69%）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波士頓Fed總裁柯林斯：今年底前仍可能再升息 → 美國10年債殖利率↑：預估 +0 元（+0.00%）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國際事件：聯準會官員警告AI投資熱潮恐推升通膨，降息門檻提高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0.004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-0.0641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-0.0089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-0.0714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-0.1153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-0.0166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國際事件：沙烏地阿美總部遇襲起火，胡塞威脅再打石油設施，美油應聲漲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-0.0211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-0.0989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-0.1118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-5,897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-0.2186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-5,962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-0.1702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-0.1332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國際事件：台幣爆量貶破32元，外資週二狂砍台股1,653億元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0.0325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+0.03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-2.0364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-11,250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-0.6834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-0.06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-1.1155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-0.3636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-0.6976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-1.0341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-1.7868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-0.12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17</a:t>
            </a:r>
          </a:p>
        </p:txBody>
      </p:sp>
      <p:pic>
        <p:nvPicPr>
          <p:cNvPr id="5" name="Picture 4" descr="2026-10-14_開盤前更新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669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18.1%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18</a:t>
            </a:r>
          </a:p>
        </p:txBody>
      </p:sp>
      <p:pic>
        <p:nvPicPr>
          <p:cNvPr id="5" name="Picture 4" descr="2026-10-14_開盤前更新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19</a:t>
            </a:r>
          </a:p>
        </p:txBody>
      </p:sp>
      <p:pic>
        <p:nvPicPr>
          <p:cNvPr id="5" name="Picture 4" descr="2026-10-14_開盤前更新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413445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張+190股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1165.0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224,200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張+333股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38,628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張+333股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787.0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264,735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張+363股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940.0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344,850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2175.0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17,600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張+173股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417,469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張+162股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646.0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581.0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104,652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3037 欣興｜0 張 + 190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風險警示：負面新聞：針對115/10/13工安意外之說明；股價尚穩，先上調停損；單日重挫 -5.98%：先減碼三分之一，確認原因後再決定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380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6182 合晶｜0 張 + 333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風險警示：單日重挫 -6.45%：先減碼三分之一，確認原因後再決定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667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聯茂｜0 張 + 333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風險警示：列為處置股（連續三次及當日沖銷標準，115/10/08～115/10/19）：改為分盤撮合、可能需預收款，流動性變差，減碼三分之一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667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中砂｜0 張 + 363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風險警示：距停損價 936.69 只剩 1.4%，先掛好停損單；單日重挫 -5.00%：先減碼三分之一，確認原因後再決定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728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風險警示：重大負面新聞：爆5859.5萬違約交割（多來源）；股價已跌破月線，全數出場；單日重挫 -6.98%：先減碼三分之一，確認原因後再決定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觸發條件中最嚴重者決定賣出比例：全數出場；限價取最近價 × 0.99以提高成交機率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2915 潤泰全｜7 張 + 173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風險警示：重大負面新聞：營收月增率-29.73%，年增率-64.02%；股價已跌破月線，全數出場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觸發條件中最嚴重者決定賣出比例：全數出場；限價取最近價 × 0.99以提高成交機率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買進【進攻籃】6196 帆宣｜0 張 + 162 股｜限價 646.0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買進帆宣162股，因模型排名前12%、股價在月線之上、可加碼攤低成本，停損581.0元，目標突破52週高點684.0元。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+0.67 達門檻（+0.30）；一個月模型預期超額報酬排名全市場前 13%、創新高機率 72.1%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72.1%（全市場基準 18.1%，排名前 11%），預期超額報酬 +5.63%（排名前 13%）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-6.3%（52 週高 684.0，現價 641.0）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+19.8%、近 60 日 +8.6%，相對大盤 20 日 +14.8%、60 日 +0.6%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100% → 目標金額 8,463,271 元（已持有 5,714,283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9,403,635 元 × 每筆風險 1.5% × 信心係數 1.34（由綜合分數 +0.67 換算）= 189,189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56.00 與距 10 日低點 537.00 的距離 109.00 之較大者，但不超過進場價 10%（64.60） = 64.60 元（進場 646.00 → 停損 581.00 元，10.0%）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189,189 ÷ 64.60 = 2,929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受「進攻籃單檔上限 25%」限制，下修至 2,498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進攻籃合計超過籃子上限，等比例下修 1,372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162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642.55 × (1 + 0.5%) = 646.0，提高成交機率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取整後：162 股（零股），金額約 104,652 元，佔總資產 1.1%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+0.67 高，信心係數 1.34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72.1%，勝率高可多配置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+88.5%，基本面支撐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【多買】使用融資（自備 40%）放大部位：進攻籃允許融資，且融資借款仍在總資產 30% 上限內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【少買】日均波動（ATR）4.4%，波動大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【少買】已達進攻籃單檔上限，分散風險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684.0 元（距現價 6.3%）即確認創新高，續抱讓獲利奔跑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581.00 元全數賣出 162 股（零股）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28</a:t>
            </a:r>
          </a:p>
        </p:txBody>
      </p:sp>
      <p:pic>
        <p:nvPicPr>
          <p:cNvPr id="5" name="Picture 4" descr="2026-10-14_開盤前更新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410" y="1097280"/>
            <a:ext cx="6598875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29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79.6%（建倉期至 10/16，不罰）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72.0%（目標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13 檔＋本次建議 = 13 檔；執行後持有 11 檔（第三週 10/19 起才檢查）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83 筆＋本次建議 7 筆 = 90 筆；剩餘 32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62,791 元 / 上限 2,821,090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-5.96%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30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84.0%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918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85.9% / 30.3%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2026-10-14　|　31</a:t>
            </a:r>
          </a:p>
        </p:txBody>
      </p:sp>
      <p:pic>
        <p:nvPicPr>
          <p:cNvPr id="5" name="Picture 4" descr="2026-10-14_開盤前更新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