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1,004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+0.37%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-1.15%、那斯達克 -0.22%、標普500 -0.22%、台積電ADR -2.09%、美10年債殖利率 +0.15%。新聞面：台股震盪整理，逼近5萬點關卡，外資回補載板雙雄，但美債殖利率升息預期及全球風險加重，市場情緒偏謹慎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-0.21%（開低），開盤後 -0.10%（回落）；樣本外方向命中率 80.2%，誤差區間約 ±0.52%。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【警告】3231 緯創：負面新聞：緯創遭三大法人重砍約6萬張，中刀失血41.3億元，遭出清2.2萬張 → 減半買進（1 張又 365 股（共 1,365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【警告】5432 新門：負面新聞：新門處分有價證券 → 減半買進（1 張又 858 股（共 1,858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【警告】交易過的標的 0／5 檔，還差 5 檔：每日收盤追蹤「交易過的標的數目」，未達每次扣報酬率 0.2%（建倉期至 10/18 不罰） → 建倉期結束前至少成交 5 檔不同標的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【提醒】6811 宏碁資訊：盤中已漲停（273.0）：追價風險高、可能買不到 → 不追價，維持原限價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檔漲停：同產業集體漲停：華新科、光頡、倉和、鈺邦、騰輝電子-KY、志超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檔漲停：同產業集體漲停：台勝科、宏捷科、台星科、點序、合邦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【提醒】交易筆數 1／10 筆，還差 9 筆：競賽期間買進、賣出各算一筆，總數需達 10 筆以上，否則不列入排名 → 照建議下單即可達標；只算實際成交，掛單沒成交不算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+37,200 元：均價 49,875、現價 49,968 → 依建議的停損停利執行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35／跌停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跌停｜6515 穎崴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可能原因（新聞）：穎崴(6515) 個股概覽 | 個股 - 股市 - CMoney；「前後任股后」雙觸跌停！ 川湖、穎崴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可能原因（新聞）：股后川湖一字跌停！9月營收驟減31％嚇壞市場 1張蒸發131萬、逾900張排隊賣 - Yahoo股市；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可能原因（新聞）：松川精密(7788)2025股利發放日、除權息日與歷年配息金額 - 股市爆料同學會 - CMoney；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跌停｜7792 安葆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安葆(7792)股價殺至跌停，跌停價406.5元，成交1,063張 - TradingV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Yahoo股市；華新科強勢補漲挑戰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可能原因（新聞）：四寶發威了！台塑、南亞衝漲停 台塑化噴8% - Yahoo股市；【11:12 即時新聞】台塑(1301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可能原因（新聞）：光聖(6442)本益比查詢｜PE估值與河流圖合理區間解析 - 股市爆料同學會 - CMoney；光聖(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漲停｜1802 台玻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玻璃陶瓷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可能原因（新聞）：台玻爆量漲停！睽違逾2個月重返65元關卡 6000人提早下車「一張少賺2.37萬元」 - Yahoo股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可能原因（新聞）：【11:49 即時新聞】台勝科(3532)股價走強靠攏500元關卡，矽晶圓族群成盤中焦點 - CMon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光頡(3624)9月營收3.80億元年增率高達67.43％ - TradingView；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漲停｜4908 前鼎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可能原因（新聞）：前鼎(4908) 今日股價與討論 - 股市爆料同學會 - CMoney；【09:45 即時新聞】前鼎(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可能原因（新聞）：宏捷科(8086) 今日股價與討論 - 股市爆料同學會 - CMoney；穩懋(3105)股價噴出，宏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+7.0%），積極進攻 → 進攻籃 85%（已持續 36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691 萬，執行後佔總資產 76.5%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景碩、3037 欣興、6811 宏碁資訊、5432 新門、8046 南電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122 萬，執行後佔總資產 13.5%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穩健籃買進：1608 華榮、3231 緯創、4585 達明、1210 大成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10.0%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復華富時高息低波、00692 富邦公司治理、00757 統一FANG+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+7.0%），積極進攻 → 進攻籃 85%（已持續 36 個交易日）；依據：2020-12～2026-10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40%（25.4%、-32.2%）；股票內部：進攻籃 85%、穩健籃 15%；今日配置（佔股票＋ETF 目標持股）：進攻籃 76%、穩健籃 14%、ETF 籃 10%。進攻籃買進：1303 南亞、3189 景碩、3037 欣興、6811 宏碁資訊、5432 新門、8046 南電。穩健籃買進：1608 華榮、3231 緯創、4585 達明、1210 大成。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4585 達明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00934 中信成長高股息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+0.37%、距高點回撤 -1.52%、剩 35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56.6%（模型估計，不是保證）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73 次，命中率 65.8%（基準 63.9%），平均每次 +1.17%（已扣成本）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1,307 點（停損距離）約虧損 522,800 元（總資產 5.2%），可考慮減碼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為何今日會漲／會跌（2026-10-06）｜候選股示範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8</a:t>
            </a:r>
          </a:p>
        </p:txBody>
      </p:sp>
      <p:pic>
        <p:nvPicPr>
          <p:cNvPr id="5" name="Picture 4" descr="2026-10-08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89520" cy="46960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1303 南亞：今日上漲 +2.45%，主因為「產業因素」（+1.73%）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-2.28%，主因為「個股特有因素」（-1.53%）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3037 欣興：今日下跌 -1.13%，主因為「產業因素」（-0.76%）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6811 宏碁資訊：今日上漲 +0.81%，主因為「個股特有因素」（+2.08%）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5432 新門：今日上漲 +9.83%，主因為「個股特有因素」（+9.68%）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2026-10-06 加權指數 +0.22%。1303 南亞 今日上漲 +2.45%，主因為「產業因素」（+1.73%）；3189 景碩 今日下跌 -2.28%，主因為「個股特有因素」（-1.53%）；3037 欣興 今日下跌 -1.13%，主因為「產業因素」（-0.76%）；6811 宏碁資訊 今日上漲 +0.81%，主因為「個股特有因素」（+2.08%）；5432 新門 今日上漲 +9.83%，主因為「個股特有因素」（+9.68%）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10</a:t>
            </a:r>
          </a:p>
        </p:txBody>
      </p:sp>
      <p:pic>
        <p:nvPicPr>
          <p:cNvPr id="5" name="Picture 4" descr="2026-10-08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+36,640 元（+0.37%），已實現 +0 元；進攻籃最佳替換候選：2455 全新，一個月預期報酬 +15.53%，創新高機率 78.1%；穩健籃最佳替換候選：00939 統一台灣高息動能，一個月預期報酬 +4.38%，收正報酬機率 74.6%。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+36,640 元（+0.37%），已實現 +0 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進攻籃最佳替換候選：2455 全新，一個月預期報酬 +15.53%，創新高機率 78.1%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+4.38%，收正報酬機率 74.6%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目前無持股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美債殖利率升至24年新高，美元走強，新台幣小貶 → 美元兌台幣下降，持股合計預估影響 +11,040 元（總資產 +0.11%）；美聯儲會議紀顯示升息預期延續，市場押注年底前再升息一次 → 美國10年債殖利率上升，持股合計預估影響 +0 元（總資產 +0.00%）；美元升值與美債殖利率上升導致黃金跌至兩個月低點 → 黃金下降，持股合計預估影響 -17,966 元（總資產 -0.18%）；美股主要指數因美債殖利率走高及通膨擔憂而全線收黑 → 標普500下降，持股合計預估影響 -44,462 元（總資產 -0.44%）；IEA成員國準備釋出戰略石油儲備，油價微跌 → 西德州原油下降，持股合計預估影響 +0 元（總資產 +0.00%）；中國央行連續23個月增持黃金，9月再加碼74萬盎司 → 黃金上升，持股合計預估影響 +17,966 元（總資產 +0.18%）；歐盟擬對中國混合車進口設限，超過一定量將加徵關稅 → VIX恐慌指數上升，持股合計預估影響 -45,466 元（總資產 -0.45%）；馬斯克擬透過SpaceX融資400億美元購買輝達AI晶片，AI基建需求上升 → 費城半導體上升，持股合計預估影響 +58,112 元（總資產 +0.58%）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美債殖利率升至24年新高，美元走強，新台幣小貶 → 美元兌台幣↓：預估 +11,040 元（+0.11%）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美聯儲會議紀顯示升息預期延續，市場押注年底前再升息一次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美元升值與美債殖利率上升導致黃金跌至兩個月低點 → 黃金↓：預估 -17,966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美股主要指數因美債殖利率走高及通膨擔憂而全線收黑 → 標普500↓：預估 -44,462 元（-0.44%）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IEA成員國準備釋出戰略石油儲備，油價微跌 → 西德州原油↓：預估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中國央行連續23個月增持黃金，9月再加碼74萬盎司 → 黃金↑：預估 +17,966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歐盟擬對中國混合車進口設限，超過一定量將加徵關稅 → VIX恐慌指數↑：預估 -45,466 元（-0.45%）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馬斯克擬透過SpaceX融資400億美元購買輝達AI晶片，AI基建需求上升 → 費城半導體↑：預估 +58,112 元（+0.58%）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國際事件：美債殖利率升至24年新高，美元走強，新台幣小貶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-1.0577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-1.2972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+4,215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國際事件：美聯儲會議紀顯示升息預期延續，市場押注年底前再升息一次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國際事件：美元升值與美債殖利率上升導致黃金跌至兩個月低點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-9,234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16</a:t>
            </a:r>
          </a:p>
        </p:txBody>
      </p:sp>
      <p:pic>
        <p:nvPicPr>
          <p:cNvPr id="5" name="Picture 4" descr="2026-10-08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652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17</a:t>
            </a:r>
          </a:p>
        </p:txBody>
      </p:sp>
      <p:pic>
        <p:nvPicPr>
          <p:cNvPr id="5" name="Picture 4" descr="2026-10-08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18</a:t>
            </a:r>
          </a:p>
        </p:txBody>
      </p:sp>
      <p:pic>
        <p:nvPicPr>
          <p:cNvPr id="5" name="Picture 4" descr="2026-10-08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5094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 張+933股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330,521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張+730股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503,685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穩健｜4585 達明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張+912股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264,480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張+963股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292,152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張+444股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342,506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張+554股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368,798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張+644股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1,418,742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張+261股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1,399,710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張+58股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1,385,980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張+981股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1,377,246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進攻｜5432 新門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張+717股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730,390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進攻｜8046 南電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張+918股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1,363,230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買進【穩健籃】1608 華榮｜8 張 + 933 股｜限價 37.0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華榮 8,933 股，限價 37.0，停損 35.2。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63.8%、預期最大回檔 -4.7%，且未過熱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63.8%（全市場基準 54.2%），預期最大回檔 -4.7%（回檔幅度排名全市場最小的前 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67.3%、預期報酬 +8.2%（模型估計，不是保證）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0.60（大盤漲跌 1% 時約變動 0.60%），日波動 1.31%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1.31（由穩健分數 +0.65 換算）= 197,596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1.31 與距 10 日低點 35.20 的距離 1.80 之較大者 = 1.80 元（進場 37.00 → 停損 35.20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197,596 ÷ 1.80 = 109,776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1,780 張 × 2%）」限制，下修至 35,603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26,669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37.13 與前一日收盤 37.04999923706055 的較低者 = 37.0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933 股（共 8,933 股），金額約 330,521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【多買】日均波動（ATR）1.8%，波動溫和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35.20 元全數賣出 8 張又 933 股（共 8,933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39.2 元（+6%）賣出 2 張又 977 股（共 2,977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41.4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買進【穩健籃】3231 緯創｜2 張 + 730 股｜限價 184.5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緯創 2,730 股，限價 184.5，停損 174.5。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67.2%、預期最大回檔 -6.1%，且未過熱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67.2%（全市場基準 54.2%），預期最大回檔 -6.1%（回檔幅度排名全市場最小的前 29%）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66.8%、預期報酬 +10.2%（模型估計，不是保證）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0.84（大盤漲跌 1% 時約變動 0.84%），日波動 2.10%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1.25（由穩健分數 +0.60 換算）= 187,622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9.93 與距 10 日低點 178.00 的距離 6.50 之較大者 = 9.93 元（進場 184.50 → 停損 174.50 元，5.4%）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187,622 ÷ 9.93 = 18,897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10,880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8,150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184.81 與前一日收盤 185.0 的較低者 = 184.5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730 股（共 2,730 股），金額約 503,685 元，佔總資產 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67.2%，可提高「正報酬晉級」機率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+166.5%，基本面支撐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-6.1%，下檔風險偏大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174.50 元全數賣出 2 張又 730 股（共 2,730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195.5 元（+6%）賣出 909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206.5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買進【穩健籃】4585 達明｜0 張 + 912 股｜限價 290.0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達明 912 股，限價 290.0，停損 282.0。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+0.57 達門檻（+0.20）；一個月收正報酬機率 46.8%、預期最大回檔 -4.8%，且未過熱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46.8%（全市場基準 54.2%），預期最大回檔 -4.8%（回檔幅度排名全市場最小的前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67.4%、預期報酬 +12.4%（模型估計，不是保證）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0.67（大盤漲跌 1% 時約變動 0.67%），日波動 1.05%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1.21（由穩健分數 +0.57 換算）= 182,918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289.00 的距離 1.00 之較大者 = 7.86 元（進場 290.00 → 停損 282.00 元，2.7%）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182,918 ÷ 7.86 = 23,280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182 張 × 2%）」限制，下修至 3,637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2,724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290.29 與前一日收盤 290.5 的較低者 = 290.0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取整後：912 股（零股），金額約 264,480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+0.57 高，信心係數 1.21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46.8%，勝率普通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-6.1%，基本面偏弱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282.00 元全數賣出 912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307.0 元（+6%）賣出 303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324.5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買進【穩健籃】1210 大成｜5 張｜限價 51.2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大成 5,000 股，限價 51.2，停損 50.0。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+0.53 達門檻（+0.20）；一個月收正報酬機率 59.8%、預期最大回檔 -2.4%，且未過熱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59.8%（全市場基準 54.2%），預期最大回檔 -2.4%（回檔幅度排名全市場最小的前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65.8%、預期報酬 +8.5%（模型估計，不是保證）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0.01（大盤漲跌 1% 時約變動 0.01%），日波動 0.62%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1.17（由穩健分數 +0.53 換算）= 175,767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1.10 與距 10 日低點 51.00 的距離 0.20 之較大者 = 1.10 元（進場 51.20 → 停損 50.00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175,767 ÷ 1.10 = 159,788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996 張 × 2%）」限制，下修至 19,929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14,929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51.32 與前一日收盤 51.29999923706055 的較低者 = 51.2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張（5,000 股），金額約 256,000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+0.53 高，信心係數 1.17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【多買】日均波動（ATR）1.1%，波動溫和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59.8%，勝率普通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50.00 元全數賣出 5 張（5,000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54.2 元（+6%）賣出 1 張又 666 股（共 1,666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57.3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+ 963 股｜限價 98.6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復華富時高息低波 2,963 股，限價 98.6，停損 96.5。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81.9%（全市場基準 20.9%，排名前 8%），預期超額報酬 +3.72%（排名前 35%）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-6.7%、60 日 +1.2%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+0.99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1.95 之較大者 = 2.06 元（進場 98.60 → 停損 96.50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2.06 = 109,396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9,128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98.62 與前一日收盤 98.69999694824219 的較低者 = 98.6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963 股（共 2,963 股），金額約 292,152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74.5%，可提高「正報酬晉級」機率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96.50 元全數賣出 2 張又 963 股（共 2,963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 元（+6%）賣出 987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+ 444 股｜限價 99.45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富邦公司治理 3,444 股，限價 99.45，停損 94.5。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97.8%（全市場基準 20.9%，排名前 1%），預期超額報酬 +4.52%（排名前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+1.0%、60 日 -0.7%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+0.97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4.95 之較大者 = 4.95 元（進場 99.45 → 停損 94.50 元，5.0%）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4.95 = 45,621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703 張 × 2%）」限制，下修至 14,056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10,611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99.47 與前一日收盤 100.0 的較低者 = 99.45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444 股（共 3,444 股），金額約 342,506 元，佔總資產 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76.5%，可提高「正報酬晉級」機率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444 股（共 3,444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105.4 元（+6%）賣出 1 張又 147 股（共 1,147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+ 554 股｜限價 144.4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統一FANG+ 2,554 股，限價 144.4，停損 140.9。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+0.94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95.7%（全市場基準 20.9%，排名前 2%），預期超額報酬 +2.60%（排名前 53%）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-4.8%、60 日 +0.7%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+0.94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3.45 之較大者 = 3.45 元（進場 144.40 → 停損 140.90 元，2.4%）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3.45 = 65,456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10,426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7,871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144.44 與前一日收盤 144.6999969482422 的較低者 = 144.4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554 股（共 2,554 股），金額約 368,798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66.9%，可提高「正報酬晉級」機率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-2.3%，下檔有限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140.90 元全數賣出 2 張又 554 股（共 2,554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153.05 元（+6%）賣出 851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161.7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南亞｜4 張 + 644 股｜限價 305.5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南亞 4,644 股，限價 305.5，停損 274.5。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0%、創新高機率 95.8%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95.8%（全市場基準 20.9%，排名前 2%），預期超額報酬 +14.20%（排名前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-2.5%（52 週高 322.0，現價 314.0），正處於創高區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+36.2%、近 60 日 +57.4%，相對大盤 20 日 +30.9%、60 日 +47.6%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1.50（由綜合分數 +0.80 換算）= 225,260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32.64 與距 10 日低點 223.00 的距離 82.50 之較大者，但不超過進場價 10%（30.55） = 30.55 元（進場 305.50 → 停損 274.50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225,260 ÷ 30.55 = 7,373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2,729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79.3 &gt; 75 偏熱，不追價：限價設在前一日收盤 314.0 − 0.5×ATR 16.32 = 305.5，等回檔才買（可能當日不成交）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644 股（共 4,644 股），金額約 1,418,742 元，佔總資產 14.1%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79.3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322.0 元（距現價 2.5%）即確認創新高，續抱讓獲利奔跑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274.50 元全數賣出 4 張又 644 股（共 4,644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336.0 元（+10%）賣出 1 張又 547 股（共 1,547 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景碩｜1 張 + 261 股｜限價 1110.0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景碩 1,261 股，限價 1110.0，停損 999.0。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0%、創新高機率 91.6%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91.6%（全市場基準 20.9%，排名前 4%），預期超額報酬 +13.85%（排名前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-4.3%（52 週高 1150.0，現價 1100.0）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+35.3%、近 60 日 +34.3%，相對大盤 20 日 +30.0%、60 日 +24.5%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1.48（由綜合分數 +0.78 換算）= 222,249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119.00 與距 10 日低點 875.00 的距離 235.00 之較大者，但不超過進場價 10%（111.00） = 111.00 元（進場 1110.00 → 停損 999.00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222,249 ÷ 111.00 = 2,002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741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1099.59 × (1 + 0.5%) = 1110.0，提高成交機率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261 股（共 1,261 股），金額約 1,399,710 元，佔總資產 13.9%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91.6%，勝率高可多配置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4.3%）即確認創新高，續抱讓獲利奔跑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999.00 元全數賣出 1 張又 261 股（共 1,261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1220.0 元（+10%）賣出 420 股（零股），停損上移至成本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欣興｜1 張 + 58 股｜限價 1310.0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欣興 1,058 股，限價 1310.0，停損 1175.0。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3%、創新高機率 87.7%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87.7%（全市場基準 20.9%，排名前 6%），預期超額報酬 +10.33%（排名前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-8.1%（52 週高 1420.0，現價 1305.0）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+44.5%，相對大盤 20 日 +32.2%、60 日 +34.7%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1.46（由綜合分數 +0.77 換算）= 220,179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127.57 與距 10 日低點 1105.00 的距離 205.00 之較大者，但不超過進場價 10%（131.00） = 131.00 元（進場 1310.00 → 停損 1175.00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220,179 ÷ 131.00 = 1,681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622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1301.35 × (1 + 0.5%) = 1310.0，提高成交機率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58 股（共 1,058 股），金額約 1,385,980 元，佔總資產 13.8%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87.7%，勝率高可多配置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+56.3%，基本面支撐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【少買】日均波動（ATR）4.9%，波動大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8.1%）即確認創新高，續抱讓獲利奔跑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1175.00 元全數賣出 1 張又 58 股（共 1,058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1440.0 元（+10%）賣出 352 股（零股），停損上移至成本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買進【進攻籃】6811 宏碁資訊｜4 張 + 981 股｜限價 276.5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宏碁資訊 4,981 股，限價 276.5，停損 248.5。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9%、創新高機率 98.0%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98.0%（全市場基準 20.9%，排名前 0%），預期超額報酬 +7.20%（排名前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273.0，現價 273.0），正處於創高區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+22.1%、近 60 日 +24.1%，相對大盤 20 日 +16.9%、60 日 +14.3%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1.45（由綜合分數 +0.76 換算）= 218,673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20.64 與距 10 日低點 237.50 的距離 39.00 之較大者，但不超過進場價 10%（27.65） = 27.65 元（進場 276.50 → 停損 248.50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218,673 ÷ 27.65 = 7,909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2,927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274.72 × (1 + 0.5%) = 276.5，提高成交機率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981 股（共 4,981 股），金額約 1,377,246 元，佔總資產 13.7%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98.0%，勝率高可多配置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+97.4%，基本面支撐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273.0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248.50 元全數賣出 4 張又 981 股（共 4,981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304.0 元（+10%）賣出 1 張又 660 股（共 1,660 股），停損上移至成本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買進【進攻籃】5432 新門｜3 張 + 717 股｜限價 196.5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新門 3,717 股，限價 196.5，停損 176.5。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3%、創新高機率 81.1%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81.1%（全市場基準 20.9%，排名前 8%），預期超額報酬 +10.46%（排名前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-9.3%（52 週高 215.0，現價 195.0）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+18.5%、近 60 日 +42.9%，相對大盤 20 日 +13.3%、60 日 +33.1%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216,791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19.86 與距 10 日低點 151.50 的距離 45.00 之較大者，但不超過進場價 10%（19.65） = 19.65 元（進場 196.50 → 停損 176.50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216,791 ÷ 19.65 = 11,033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295 張 × 2%）」限制，下修至 5,901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2,184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195.52 × (1 + 0.5%) = 196.5，提高成交機率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717 股（共 3,717 股），金額約 730,390 元，佔總資產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215.0 元（距現價 9.3%）即確認創新高，續抱讓獲利奔跑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176.50 元全數賣出 3 張又 717 股（共 3,717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216.0 元（+10%）賣出 1 張又 238 股（共 1,238 股），停損上移至成本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買進【進攻籃】8046 南電｜0 張 + 918 股｜限價 1485.0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南電 918 股，限價 1485.0，停損 1335.0。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4%、創新高機率 89.9%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89.9%（全市場基準 20.9%，排名前 5%），預期超額報酬 +10.10%（排名前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-5.1%（52 週高 1560.0，現價 1480.0）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+40.9%、近 60 日 +16.5%，相對大盤 20 日 +35.7%、60 日 +6.8%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216,603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162.14 與距 10 日低點 1120.00 的距離 365.00 之較大者，但不超過進場價 10%（148.50） = 148.50 元（進場 1485.00 → 停損 1335.00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216,603 ÷ 148.50 = 1,459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540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1475.68 × (1 + 0.5%) = 1485.0，提高成交機率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取整後：918 股（零股），金額約 1,363,230 元，佔總資產 13.6%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10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89.9%，勝率高可多配置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+57.8%，基本面支撐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【少買】日均波動（ATR）5.5%，波動大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1560.0 元（距現價 5.1%）即確認創新高，續抱讓獲利奔跑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1335.00 元全數賣出 918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1630.0 元（+10%）賣出 305 股（零股），停損上移至成本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33</a:t>
            </a:r>
          </a:p>
        </p:txBody>
      </p:sp>
      <p:pic>
        <p:nvPicPr>
          <p:cNvPr id="5" name="Picture 4" descr="2026-10-08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0.0%（建倉期至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0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 筆＋本次建議 13 筆 = 14 筆；剩餘 35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817,938 元 / 上限 3,010,992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81.5% / 30.8%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2026-10-08　|　36</a:t>
            </a:r>
          </a:p>
        </p:txBody>
      </p:sp>
      <p:pic>
        <p:nvPicPr>
          <p:cNvPr id="5" name="Picture 4" descr="2026-10-08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