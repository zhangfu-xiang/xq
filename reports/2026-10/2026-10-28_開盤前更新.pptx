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2026-10-28　|　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</a:rPr>
              <a:t>開盤前更新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9D6E8"/>
                </a:solidFill>
                <a:latin typeface="Microsoft JhengHei"/>
                <a:ea typeface="Microsoft JhengHei"/>
              </a:rPr>
              <a:t>2026-10-28　|　2026 德明X富達投資擂台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2026-10-28　|　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總資產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849 萬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3673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0833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累積報酬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-15.10%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7307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執行後持股率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93.3%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86621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3781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大盤預測開盤</a:t>
            </a:r>
          </a:p>
          <a:p>
            <a:r>
              <a:rPr sz="3000" b="1">
                <a:solidFill>
                  <a:srgbClr val="C8423B"/>
                </a:solidFill>
                <a:latin typeface="Microsoft JhengHei"/>
                <a:ea typeface="Microsoft JhengHei"/>
              </a:rPr>
              <a:t>+0.91%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美股前一交易日：費城半導體 +3.60%、那斯達克 +1.18%、標普500 +0.60%、台積電ADR +2.95%、美10年債殖利率 +0.14%。新聞面：市場氛圍受到AI熱潮的強烈提振，但同時面臨外資持續賣超、中國經濟疲軟以及聯準會利率決策的不確定性，整體呈現震盪偏多。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模型預測加權指數開盤 +0.91%（開高），開盤後 +0.53%（續強）；樣本外方向命中率 83.5%，誤差區間約 ±0.52%。（08:20 更新：那斯達克期貨 29825.75，+1.32%）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庫存怎麼處理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2026-10-28　|　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297"/>
                <a:gridCol w="1201148"/>
                <a:gridCol w="1091953"/>
                <a:gridCol w="1091953"/>
                <a:gridCol w="4367813"/>
                <a:gridCol w="109195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持股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1,639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-13.21%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張又 639 股（共 1,639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931.0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-8.00%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2 張又 150 股（共 2,150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1,091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-18.26%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張又 91 股（共 1,091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823.0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張（1,000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738.0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+10.19%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24 張（24,000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28.5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40,416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+6.30%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40 張又 416 股（共 40,416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-10.30%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570 股（零股）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1045.0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20,528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-6.36%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20 張又 528 股（共 20,528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36,071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+3.32%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36 張又 71 股（共 36,071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13.25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7,173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7 張又 173 股（共 7,173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-11.81%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張（1,000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100.5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-4.37%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3 張（3,000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-17.36%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8 股（零股）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1935.0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7 張又 986 股（共 7,986 股），加碼後共 8 張又 986 股（共 8,986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警示提醒（嚴重 4／警告 7）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2026-10-28　|　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【嚴重】3189 景碩：已跌破停損價 999.0（目前 969.0）：依紀律全數出場 → 建議賣出 1 張又 639 股（共 1,639 股）（持有 1,639 股的 100%），限價 959.0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【嚴重】1560 中砂：已跌破停損價 936.69（目前 825.0）：依紀律全數出場 → 建議賣出 1 張又 91 股（共 1,091 股）（持有 1,091 股的 100%），限價 816.0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【嚴重】6196 帆宣：已跌破停損價 599.23（目前 593.0）：依紀律全數出場 → 建議賣出 2 張又 150 股（共 2,150 股）（持有 2,150 股的 100%），限價 587.0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【嚴重】2360 致茂：已跌破停損價 2069.91（目前 2050.0）：依紀律全數出場 → 建議賣出 8 股（零股）（持有 8 股的 100%），限價 2025.0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【警告】2845 遠東銀：負面新聞：公司受金管會裁罰。；股價尚穩，先上調停損 → 停損上調至 13.15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【警告】2915 潤泰全：負面新聞：債券虧損擴大。；股價偏弱，減碼三分之一 → 建議賣出 2 張又 391 股（共 2,391 股）（持有 7,173 股的 33%），限價 56.9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【警告】6213 聯茂：負面新聞：有價證券達公布注意交易資訊標準。；股價尚穩，先上調停損 → 停損上調至 702.86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【警告】6182 合晶：負面新聞：辦理現金增資發行新股及發行無擔保轉換公司債。；股價偏弱，減碼三分之一 → 建議賣出 333 股（零股）（持有 1,000 股的 33%），限價 102.0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今日漲跌停與原因（漲停 24／跌停 12）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2026-10-28　|　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465"/>
                <a:gridCol w="1640204"/>
                <a:gridCol w="702945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可能原因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跌停｜6274 台燿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可能原因（新聞）：焦點股》台燿：鬼故事又來了? 驚傳AWS掉單重挫跌停 - 自由財經；【即時新聞】台燿(6274)營收翻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跌停｜8021 尖點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其他電子業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可能原因（新聞）：尖點做什麼的？尖點申購抽中價差10萬，股價10年漲23倍 - 數位時代；颱風假打亂新股抽籤！尖點逾9萬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跌停｜3441 聯一光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可能原因（新聞）：暴漲7倍創新高後 聯一光竟「連炸3天跌停」 9月自結由虧轉盈能救嗎？ - 三立新聞；【即時新聞】聯一光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跌停｜8227 巨有科技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可能原因（新聞）：巨有科技(8227) 個股概覽 | 個股 - 股市 - CMoney；盤中速報 - 巨有科技(8227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漲停｜2464 盟立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其他電子業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可能原因（新聞）：盟立(2464) 個股概覽 | 個股 - 股市 - CMoney；盟立4月每股獲利0.11元、年增1.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漲停｜4526 東台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電機機械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可能原因（新聞）：東台(4526) 個股概覽 | 個股 - 股市 - CMoney；【09:40 即時新聞】東台(452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漲停｜2049 上銀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電機機械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可能原因（新聞）：上銀(2049) 個股概覽 | 個股 - 股市 - CMoney；機器人題材持續發酵！上銀(2049)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漲停｜7750 新代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電機機械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可能原因（新聞）：新代(7750) 個股概覽 | 個股 - 股市 - CMoney；盤中速報 - 新代(7750)股價拉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漲停｜1569 濱川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可能原因（新聞）：【即時新聞】濱川(1569)強攻AI水冷獲法人卡位，這「3檔機殼概念股」接棒狂飆！ - CMoney；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漲停｜6221 晉泰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資訊服務業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可能原因（新聞）：晉泰(6221) 個股概覽 | 個股 - 股市 - CMoney；【09:33 即時新聞】晉泰(622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漲停｜5426 振發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可能原因（新聞）：振發(5426) 個股概覽 | 個股 - 股市 - CMoney；盤中速報 - 振發(5426)股價拉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漲停｜4720 德淵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化學生技醫療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可能原因（新聞）：【09:13 即時新聞】德淵(4720)亮燈漲停，低貝他防守概念受市場聚焦-CMoney 研究員 -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三籃配置：進攻 75%／穩健 25%／ETF 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2026-10-28　|　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比例如何決定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灰燈：大盤中性（距季線 -0.4%、20 日 -3.5%） → 進攻籃 80%（已持續 6 個交易日）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依據（報酬率第一）：十年回測每次前 20 名 20 日報酬，進攻籃在綠燈 6.0%／灰燈 6.2%／紅燈 3.7%，都高於穩健籃 4.4%／3.8%／2.1%，勝率相近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調整 Agent 偵測到 2 項失誤 → 進攻 −5%，待模型修正後再恢復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股票內部：進攻籃 75%、穩健籃 25%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今日配置（佔股票＋ETF 目標持股）：進攻籃 75%、穩健籃 25%、ETF 籃 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基準比例 0%（分散個股風險、證交稅 0.1%）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 ETF 籃比例 0%（佔股票＋ETF 目標持股；基準 0% 已依上述條件調整）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F3A5F"/>
                </a:solidFill>
                <a:latin typeface="Microsoft JhengHei"/>
                <a:ea typeface="Microsoft JhengHei"/>
              </a:rPr>
              <a:t>各籃內容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【進攻籃】目標 573 萬，執行後佔總資產 67.3%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進攻籃買進：6221 晉泰、6756 威鋒電子、6456 GIS-KY、2069 運錩、6416 瑞祺電通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【穩健籃】目標 191 萬，執行後佔總資產 24.9%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穩健籃買進：1736 喬山、5292 華懋、2885 元大金、2889 國票金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籃】目標 0 萬，執行後佔總資產 0.0%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ETF 籃買進：無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灰燈：大盤中性（距季線 -0.4%、20 日 -3.5%） → 進攻籃 80%（已持續 6 個交易日）；依據（報酬率第一）：十年回測每次前 20 名 20 日報酬，進攻籃在綠燈 6.0%／灰燈 6.2%／紅燈 3.7%，都高於穩健籃 4.4%／3.8%／2.1%，勝率相近；調整 Agent 偵測到 2 項失誤 → 進攻 −5%，待模型修正後再恢復；股票內部：進攻籃 75%、穩健籃 25%；今日配置（佔股票＋ETF 目標持股）：進攻籃 75%、穩健籃 25%、ETF 籃 0%。進攻籃買進：6221 晉泰、6756 威鋒電子、6456 GIS-KY、2069 運錩、6416 瑞祺電通。穩健籃買進：1736 喬山、5292 華懋、2885 元大金、2889 國票金。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穩健籃候選（收正報酬機率高、回檔小、不追高）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2026-10-28　|　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396"/>
                <a:gridCol w="2044930"/>
                <a:gridCol w="1278081"/>
                <a:gridCol w="1278081"/>
                <a:gridCol w="1022465"/>
                <a:gridCol w="1278081"/>
                <a:gridCol w="127808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收正機率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預期回檔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穩健分數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訊號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00915 凱基優選高股息30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73.5%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1736 喬山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運動休閒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00731 復華富時高息低波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74.1%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5292 華懋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綠能環保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00900 富邦特選高股息30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67.0%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00940 元大台灣價值高息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0055 元大MSCI金融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00961 FT臺灣永續高息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6416 瑞祺電通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56.6%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2850 新產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期貨與選擇權判斷：期貨不操作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2026-10-28　|　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依據（模型估計，不是保證）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目前累積報酬 -15.10%、距高點回撤 -16.75%、剩 23 個交易日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報酬為負或回撤 ≥ 4%：提高機率門檻、放寬每筆風險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方向模型：未來 5 個交易日上漲機率 61.5%（模型估計，不是保證）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做多：樣本外命中率 58.8%（基準 62.8%）、平均每次 +0.77%（一直做多 +0.72%），沒有擇時優勢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放空：樣本外交易僅 0 次，少於 20 次，證據不足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補回虧損模式可考慮加碼大盤曝險，但加權指數在季線下（-0.36%），風控規定不加碼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為何今日會漲／會跌（2026-10-22）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2026-10-28　|　9</a:t>
            </a:r>
          </a:p>
        </p:txBody>
      </p:sp>
      <p:pic>
        <p:nvPicPr>
          <p:cNvPr id="5" name="Picture 4" descr="2026-10-28_開盤前更新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3563815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5880 合庫金：今日上漲 +0.71%（+4,800 元），主因為「產業因素」（+2.16%）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2889 國票金：今日上漲 +0.30%（+2,021 元），主因為「產業因素」（+2.18%）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2845 遠東銀：今日上漲 +0.38%（+1,804 元），主因為「產業因素」（+2.16%）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2915 潤泰全：今日上漲 +0.35%（+1,435 元），主因為「個股特有因素」（+0.65%）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3189 景碩：今日下跌 -2.38%（-39,336 元），主因為「大盤因素」（-3.24%）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3591 艾笛森：今日下跌 -3.24%（-18,475 元），主因為「產業因素」（-1.94%）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漲跌歸因明細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2026-10-28　|　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8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05"/>
                <a:gridCol w="1196502"/>
                <a:gridCol w="1675102"/>
                <a:gridCol w="1196502"/>
                <a:gridCol w="1196502"/>
                <a:gridCol w="1196502"/>
                <a:gridCol w="191440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漲跌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大盤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個股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主因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+0.71%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+4,800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+2.16%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-1.31%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+2,021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+0.38%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+1,804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+2.16%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-1.64%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+1,435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-2.38%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-39,336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-3.24%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-2.04%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+2.91%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-3.24%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-18,475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-3.53%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-33,821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-2.54%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-1.12%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+0.12%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-38,700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-5.59%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-46,000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-2.67%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-3.21%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+0.29%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-1.49%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-240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-2.77%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-1.35%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+2.62%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-5.86%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-1.36%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-8,550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-3.06%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-3.26%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+4.95%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949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2026-10-22 加權指數 -1.81%。5880 合庫金 今日上漲 +0.71%（+4,800 元），主因為「產業因素」（+2.16%）；2889 國票金 今日上漲 +0.30%（+2,021 元），主因為「產業因素」（+2.18%）；2845 遠東銀 今日上漲 +0.38%（+1,804 元），主因為「產業因素」（+2.16%）；2915 潤泰全 今日上漲 +0.35%（+1,435 元），主因為「個股特有因素」（+0.65%）；3189 景碩 今日下跌 -2.38%（-39,336 元），主因為「大盤因素」（-3.24%）；3591 艾笛森 今日下跌 -3.24%（-18,475 元），主因為「產業因素」（-1.94%）；1560 中砂 今日下跌 -3.53%（-33,821 元），主因為「大盤因素」（-2.54%）；6196 帆宣 今日下跌 -2.93%（-38,700 元），主因為「大盤因素」（-2.32%）；6213 聯茂 今日下跌 -5.59%（-46,000 元），主因為「產業因素」（-3.21%）；2103 台橡 今日下跌 -0.71%（-600 元），主因為「產業因素」（+2.12%）；2360 致茂 今日下跌 -1.49%（-240 元），主因為「大盤因素」（-2.77%）；6182 合晶 今日下跌 -5.86%（-6,500 元），主因為「大盤因素」（-3.26%）；3037 欣興 今日下跌 -1.36%（-8,550 元），主因為「個股特有因素」（+4.95%）；2885 元大金 今日上漲 +1.54%（+1,100 元），主因為「產業因素」（+2.16%）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產業強弱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2026-10-28　|　11</a:t>
            </a:r>
          </a:p>
        </p:txBody>
      </p:sp>
      <p:pic>
        <p:nvPicPr>
          <p:cNvPr id="5" name="Picture 4" descr="2026-10-28_開盤前更新_s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19" y="1097280"/>
            <a:ext cx="750445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虧損如何補回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2026-10-28　|　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-1,509,852 元（-15.10%），已實現 -977,655 元；回到初始資金需上漲 17.78%；只有正報酬才列入排名，補回虧損是第一優先；現有持股依模型加權的一個月預期報酬 +4.12%（約 +349,623 元）；進攻籃最佳替換候選：6870 騰雲，一個月預期報酬 +12.50%，創新高機率 93.5%；穩健籃最佳替換候選：00731 復華富時高息低波，一個月預期報酬 +6.59%，收正報酬機率 74.1%。2845 遠東銀：獲利換股（已獲利 +15,543 元（+3.32%）先入袋；這檔一個月預期只剩 +1.14%，轉買 00731 復華富時高息低波（預期 +6.59%）扣除換股成本後多 4.87%（門檻 1.0%），且收正報酬機率不低於原標的）；2360 致茂：停損換股（收盤 1955.0 已跌破停損價 2069.91，依紀律出場；資金轉往評分最高的候選標的）；2915 潤泰全：獲利換股（已獲利 +1,850 元（+0.45%）先入袋；這檔一個月預期只剩 +1.64%，轉買 00731 復華富時高息低波（預期 +6.59%）扣除換股成本後多 4.36%（門檻 1.0%），且收正報酬機率不低於原標的）；5880 合庫金：獲利換股（已獲利 +63,905 元（+10.19%）先入袋；這檔一個月預期只剩 +1.70%，轉買 00731 復華富時高息低波（預期 +6.59%）扣除換股成本後多 4.30%（門檻 1.0%），且收正報酬機率不低於原標的）；2889 國票金：獲利換股（已獲利 +40,846 元（+6.30%）先入袋；這檔一個月預期只剩 +1.89%，轉買 00731 復華富時高息低波（預期 +6.59%）扣除換股成本後多 4.12%（門檻 1.0%），且收正報酬機率不低於原標的）；2885 元大金：續抱並可加碼（模型排名仍在全市場前 20%、股價在月線之上、虧損未擴大，權重 0.9% 仍低於上限，可逢回加碼攤低成本）；2103 台橡：換股（6870 騰雲 扣除換股成本後的預期報酬比續抱高 8.42%（門檻 1.0%），且創新高機率不低於原標的 → 換股補回虧損較快；回收資金依綜合分數配置到買進候選，各檔仍受單一標的與產業上限約束）；1560 中砂：停損換股（收盤 832.0 已跌破停損價 936.69，依紀律出場；資金轉往評分最高的候選標的）；3037 欣興：換股（6870 騰雲 扣除換股成本後的預期報酬比續抱高 7.61%（門檻 1.0%），且創新高機率不低於原標的 → 換股補回虧損較快；回收資金依綜合分數配置到買進候選，各檔仍受單一標的與產業上限約束）；6196 帆宣：停損換股（收盤 584.0 已跌破停損價 599.23，依紀律出場；資金轉往評分最高的候選標的）；6182 合晶：換股（6870 騰雲 扣除換股成本後的預期報酬比續抱高 7.16%（門檻 1.0%），且創新高機率不低於原標的 → 換股補回虧損較快；回收資金依綜合分數配置到買進候選，各檔仍受單一標的與產業上限約束）；3189 景碩：停損換股（收盤 941.0 已跌破停損價 999.0，依紀律出場；資金轉往評分最高的候選標的）；6213 聯茂：獲利換股（已獲利 +18,965 元（+2.61%）先入袋；這檔一個月預期只剩 +5.75%，轉買 6870 騰雲（預期 +12.50%）扣除換股成本後多 6.17%（門檻 1.0%），且創新高機率不低於原標的）；3591 艾笛森：換股（6870 騰雲 扣除換股成本後的預期報酬比續抱高 1.96%（門檻 1.0%），且創新高機率不低於原標的 → 換股補回虧損較快；回收資金依綜合分數配置到買進候選，各檔仍受單一標的與產業上限約束）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-1,509,852 元（-15.10%），已實現 -977,655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回到初始資金需上漲 17.78%；只有正報酬才列入排名，補回虧損是第一優先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現有持股依模型加權的一個月預期報酬 +4.12%（約 +349,623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進攻籃最佳替換候選：6870 騰雲，一個月預期報酬 +12.50%，創新高機率 93.5%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穩健籃最佳替換候選：00731 復華富時高息低波，一個月預期報酬 +6.59%，收正報酬機率 74.1%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【獲利換股】2845 遠東銀（+15,543 元）：已獲利 +15,543 元（+3.32%）先入袋；這檔一個月預期只剩 +1.14%，轉買 00731 復華富時高息低波（預期 +6.59%）扣除換股成本後多 4.87%（門檻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【停損換股】2360 致茂（-3,285 元）：收盤 1955.0 已跌破停損價 2069.91，依紀律出場；資金轉往評分最高的候選標的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【獲利換股】2915 潤泰全（+1,850 元）：已獲利 +1,850 元（+0.45%）先入袋；這檔一個月預期只剩 +1.64%，轉買 00731 復華富時高息低波（預期 +6.59%）扣除換股成本後多 4.36%（門檻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【獲利換股】5880 合庫金（+63,905 元）：已獲利 +63,905 元（+10.19%）先入袋；這檔一個月預期只剩 +1.70%，轉買 00731 復華富時高息低波（預期 +6.59%）扣除換股成本後多 4.30%（門檻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【獲利換股】2889 國票金（+40,846 元）：已獲利 +40,846 元（+6.30%）先入袋；這檔一個月預期只剩 +1.89%，轉買 00731 復華富時高息低波（預期 +6.59%）扣除換股成本後多 4.12%（門檻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【續抱並可加碼】2885 元大金（+2,098 元）：模型排名仍在全市場前 20%、股價在月線之上、虧損未擴大，權重 0.9%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【換股】2103 台橡（-3,877 元）：6870 騰雲 扣除換股成本後的預期報酬比續抱高 8.42%（門檻 1.0%），且創新高機率不低於原標的 → 換股補回虧損較快；回收資金依綜合分數配置到買進候選，各檔仍受單一標的與產業上限約束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【停損換股】1560 中砂（-202,735 元）：收盤 832.0 已跌破停損價 936.69，依紀律出場；資金轉往評分最高的候選標的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【換股】3037 欣興（-69,360 元）：6870 騰雲 扣除換股成本後的預期報酬比續抱高 7.61%（門檻 1.0%），且創新高機率不低於原標的 → 換股補回虧損較快；回收資金依綜合分數配置到買進候選，各檔仍受單一標的與產業上限約束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【停損換股】6196 帆宣（-109,162 元）：收盤 584.0 已跌破停損價 599.23，依紀律出場；資金轉往評分最高的候選標的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【換股】6182 合晶（-13,665 元）：6870 騰雲 扣除換股成本後的預期報酬比續抱高 7.16%（門檻 1.0%），且創新高機率不低於原標的 → 換股補回虧損較快；回收資金依綜合分數配置到買進候選，各檔仍受單一標的與產業上限約束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【停損換股】3189 景碩（-234,809 元）：收盤 941.0 已跌破停損價 999.0，依紀律出場；資金轉往評分最高的候選標的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【獲利換股】6213 聯茂（+18,965 元）：已獲利 +18,965 元（+2.61%）先入袋；這檔一個月預期只剩 +5.75%，轉買 6870 騰雲（預期 +12.50%）扣除換股成本後多 6.17%（門檻 1.0%），且創新高機率不低於原標的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【換股】3591 艾笛森（-37,413 元）：6870 騰雲 扣除換股成本後的預期報酬比續抱高 1.96%（門檻 1.0%），且創新高機率不低於原標的 → 換股補回虧損較快；回收資金依綜合分數配置到買進候選，各檔仍受單一標的與產業上限約束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國際大事對持股的影響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2026-10-28　|　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55448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聯準會利率決策會議即將登場，市場預期將按兵不動但關注未來升息表態。 → VIX恐慌指數上升，持股合計預估影響 -67,512 元（總資產 -0.80%）；AI產業熱潮延續，Anthropic IPO申請與Meta大規模融資帶動美股科技股上漲。 → 費城半導體上升，持股合計預估影響 +79,302 元（總資產 +0.93%）；中國經濟數據遭質疑，面臨多重危機且復甦困難。 → 中國大型股ETF下降，持股合計預估影響 -12,104 元（總資產 -0.14%）；國際油價因中東外交努力與美伊消息而下跌。 → 西德州原油下降，持股合計預估影響 +19,438 元（總資產 +0.23%）；美國對加拿大關稅翻倍，引發貿易緊張與USMCA延長談判焦點。 → VIX恐慌指數上升，持股合計預估影響 -67,512 元（總資產 -0.80%）；外資近四個月淨匯出大量資金，導致台幣承壓貶值。 → 美元兌台幣上升，持股合計預估影響 -15,065 元（總資產 -0.18%）；《大賣空》交易員做空CoreWeave，質疑AI算力租賃模式的財務風險。 → 費城半導體下降，持股合計預估影響 -79,302 元（總資產 -0.93%）；Solidigm在美建廠計畫受對中晶片出口管制影響，凸顯美中科技拉鋸。 → VIX恐慌指數上升，持股合計預估影響 -67,512 元（總資產 -0.80%）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聯準會利率決策會議即將登場，市場預期將按兵不動但關注未來升息表態。 → VIX恐慌指數↑：預估 -67,512 元（-0.80%）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AI產業熱潮延續，Anthropic IPO申請與Meta大規模融資帶動美股科技股上漲。 → 費城半導體↑：預估 +79,302 元（+0.93%）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中國經濟數據遭質疑，面臨多重危機且復甦困難。 → 中國大型股ETF↓：預估 -12,104 元（-0.14%）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國際油價因中東外交努力與美伊消息而下跌。 → 西德州原油↓：預估 +19,438 元（+0.23%）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美國對加拿大關稅翻倍，引發貿易緊張與USMCA延長談判焦點。 → VIX恐慌指數↑：預估 -67,512 元（-0.80%）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外資近四個月淨匯出大量資金，導致台幣承壓貶值。 → 美元兌台幣↑：預估 -15,065 元（-0.18%）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《大賣空》交易員做空CoreWeave，質疑AI算力租賃模式的財務風險。 → 費城半導體↓：預估 -79,302 元（-0.93%）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Solidigm在美建廠計畫受對中晶片出口管制影響，凸顯美中科技拉鋸。 → VIX恐慌指數↑：預估 -67,512 元（-0.80%）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國際事件：聯準會利率決策會議即將登場，市場預期將按兵不動但關注未來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2026-10-28　|　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-1,313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-1,447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-1,063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-1,161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-0.1251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-0.97%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-14,960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-0.0518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-0.1281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-0.99%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-8,986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-0.1698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-16,574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599.23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-0.1555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-1.21%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-9,027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639.23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-0.1921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-1.49%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-233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2069.91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-0.1685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-1,336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97.31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-0.1846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-1.43%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-8,640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1046.11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-0.0897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國際事件：AI產業熱潮延續，Anthropic IPO申請與Met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2026-10-28　|　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0.0394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0.0625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0.0672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+788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0.5094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+1.46%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+22,518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0.1714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+2,701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0.4171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+1.19%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+10,802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0.4744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+17,076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0.411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+1.18%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+8,803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0.1295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0.6479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+1.85%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+289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0.5537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+1,612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0.7524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+2.15%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+12,990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0.2306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國際事件：中國經濟數據遭質疑，面臨多重危機且復甦困難。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2026-10-28　|　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0.1232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-1,037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0.1287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0.1437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-822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0.0917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+0.07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0.1188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+0.03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-0.03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0.2799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0.3974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-6,027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0.1214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+0.03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0.1989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+0.08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0.5754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-109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+0.04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0.557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-0.68%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-4,109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0.1718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全市場一個月創新高潛力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2026-10-28　|　17</a:t>
            </a:r>
          </a:p>
        </p:txBody>
      </p:sp>
      <p:pic>
        <p:nvPicPr>
          <p:cNvPr id="5" name="Picture 4" descr="2026-10-28_開盤前更新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31767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掃描 711 檔上市櫃股票與 ETF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全市場基準創新高率 17.9%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模型：梯度提升樹，滾動時間外驗證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美股隔夜表現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2026-10-28　|　18</a:t>
            </a:r>
          </a:p>
        </p:txBody>
      </p:sp>
      <p:pic>
        <p:nvPicPr>
          <p:cNvPr id="5" name="Picture 4" descr="2026-10-28_開盤前更新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760" y="1097280"/>
            <a:ext cx="383417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台股開盤預測（美股 → 台股）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2026-10-28　|　19</a:t>
            </a:r>
          </a:p>
        </p:txBody>
      </p:sp>
      <p:pic>
        <p:nvPicPr>
          <p:cNvPr id="5" name="Picture 4" descr="2026-10-28_開盤前更新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378117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Ridge 迴歸：費半、那指期、台積電 ADR、VIX、匯率、產業對應美股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命中率＝樣本外方向命中率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低於 55% 或不如基準者降權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交易建議總表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2026-10-28　|　20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6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658"/>
                <a:gridCol w="2646381"/>
                <a:gridCol w="1764254"/>
                <a:gridCol w="1323190"/>
                <a:gridCol w="1323190"/>
                <a:gridCol w="1984785"/>
                <a:gridCol w="110265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權重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 張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28.5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691,200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 張+416股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689,093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 張+71股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13.25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483,351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 張+173股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414,599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張+639股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931.0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1,542,299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 張+528股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551,177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張+91股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823.0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907,712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 張+150股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1,255,600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738.0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746,000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 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84,750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張+8股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1935.0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15,640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張+570股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1045.0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604,200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穩健｜1736 喬山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 張+298股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122.5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404,005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5880 合庫金｜24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2026-10-28　|　21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+63,905 元（+10.19%）先入袋；這檔一個月預期只剩 +1.70%，轉買 00731 復華富時高息低波（預期 +6.59%）扣除換股成本後多 4.30%（門檻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24 張（24,000 股），回收資金約 691,200 元，依分數重新配置到同一籃的買進候選（最佳替換標的 00731 復華富時高息低波，實際買進股數受單一標的與產業上限約束，見買進明細）；部分換股會讓兩檔都表現平庸，因此一次換完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2889 國票金｜40 張 + 416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2026-10-28　|　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+40,846 元（+6.30%）先入袋；這檔一個月預期只剩 +1.89%，轉買 00731 復華富時高息低波（預期 +6.59%）扣除換股成本後多 4.12%（門檻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40 張又 416 股（共 40,416 股），回收資金約 689,093 元，依分數重新配置到同一籃的買進候選（最佳替換標的 00731 復華富時高息低波，實際買進股數受單一標的與產業上限約束，見買進明細）；部分換股會讓兩檔都表現平庸，因此一次換完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2845 遠東銀｜36 張 + 71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2026-10-28　|　23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+15,543 元（+3.32%）先入袋；這檔一個月預期只剩 +1.14%，轉買 00731 復華富時高息低波（預期 +6.59%）扣除換股成本後多 4.87%（門檻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36 張又 71 股（共 36,071 股），回收資金約 483,351 元，依分數重新配置到同一籃的買進候選（最佳替換標的 00731 復華富時高息低波，實際買進股數受單一標的與產業上限約束，見買進明細）；部分換股會讓兩檔都表現平庸，因此一次換完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2915 潤泰全｜7 張 + 173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2026-10-28　|　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+1,850 元（+0.45%）先入袋；這檔一個月預期只剩 +1.64%，轉買 00731 復華富時高息低波（預期 +6.59%）扣除換股成本後多 4.36%（門檻 1.0%），且收正報酬機率不低於原標的；同時風險警示：負面新聞：債券虧損擴大。；股價偏弱，減碼三分之一；法人近 5 日賣超 712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7 張又 173 股（共 7,173 股），回收資金約 414,599 元，依分數重新配置到同一籃的買進候選（最佳替換標的 00731 復華富時高息低波，實際買進股數受單一標的與產業上限約束，見買進明細）；部分換股會讓兩檔都表現平庸，因此一次換完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3189 景碩｜1 張 + 639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2026-10-28　|　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941.00 元 ≤ 停損價 999.00 元（成本 1084.26 元，損益 -13.21%）；同時風險警示：已跌破停損價 999.0（目前 969.0）：依紀律全數出場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3591 艾笛森｜20 張 + 528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2026-10-28　|　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虧損補回計畫 → 換股：6870 騰雲 扣除換股成本後的預期報酬比續抱高 1.96%（門檻 1.0%），且創新高機率不低於原標的 → 換股補回虧損較快；回收資金依綜合分數配置到買進候選，各檔仍受單一標的與產業上限約束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20 張又 528 股（共 20,528 股），回收資金約 551,177 元，依分數重新配置到同一籃的買進候選（最佳替換標的 6870 騰雲，實際買進股數受單一標的與產業上限約束，見買進明細）；部分換股會讓兩檔都表現平庸，因此一次換完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1560 中砂｜1 張 + 91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2026-10-28　|　27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832.00 元 ≤ 停損價 936.69 元（成本 1017.82 元，損益 -18.26%）；同時風險警示：已跌破停損價 936.69（目前 825.0）：依紀律全數出場；法人近 5 日賣超 973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6196 帆宣｜2 張 + 150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2026-10-28　|　28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584.00 元 ≤ 停損價 599.23 元（成本 634.77 元，損益 -8.00%）；同時風險警示：已跌破停損價 599.23（目前 593.0）：依紀律全數出場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6213 聯茂｜1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2026-10-28　|　29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+18,965 元（+2.61%）先入袋；這檔一個月預期只剩 +5.75%，轉買 6870 騰雲（預期 +12.50%）扣除換股成本後多 6.17%（門檻 1.0%），且創新高機率不低於原標的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1 張（1,000 股），回收資金約 746,000 元，依分數重新配置到同一籃的買進候選（最佳替換標的 6870 騰雲，實際買進股數受單一標的與產業上限約束，見買進明細）；部分換股會讓兩檔都表現平庸，因此一次換完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2103 台橡｜3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2026-10-28　|　30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虧損補回計畫 → 換股：6870 騰雲 扣除換股成本後的預期報酬比續抱高 8.42%（門檻 1.0%），且創新高機率不低於原標的 → 換股補回虧損較快；回收資金依綜合分數配置到買進候選，各檔仍受單一標的與產業上限約束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3 張（3,000 股），回收資金約 84,750 元，依分數重新配置到同一籃的買進候選（最佳替換標的 6870 騰雲，實際買進股數受單一標的與產業上限約束，見買進明細）；部分換股會讓兩檔都表現平庸，因此一次換完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2360 致茂｜0 張 + 8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2026-10-28　|　31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1955.00 元 ≤ 停損價 2069.91 元（成本 2365.62 元，損益 -17.36%）；同時風險警示：已跌破停損價 2069.91（目前 2050.0）：依紀律全數出場；負面新聞：董事會決議辦理現金增資發行普通股參與發行海外存託憑證。；股價偏弱，減碼三分之一；法人近 5 日賣超 1,419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6182 合晶｜1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2026-10-28　|　32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虧損補回計畫 → 換股：6870 騰雲 扣除換股成本後的預期報酬比續抱高 7.16%（門檻 1.0%），且創新高機率不低於原標的 → 換股補回虧損較快；回收資金依綜合分數配置到買進候選，各檔仍受單一標的與產業上限約束；同時風險警示：負面新聞：辦理現金增資發行新股及發行無擔保轉換公司債。；股價偏弱，減碼三分之一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1 張（1,000 股），回收資金約 102,000 元，依分數重新配置到同一籃的買進候選（最佳替換標的 6870 騰雲，實際買進股數受單一標的與產業上限約束，見買進明細）；部分換股會讓兩檔都表現平庸，因此一次換完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3037 欣興｜0 張 + 570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2026-10-28　|　33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虧損補回計畫 → 換股：6870 騰雲 扣除換股成本後的預期報酬比續抱高 7.61%（門檻 1.0%），且創新高機率不低於原標的 → 換股補回虧損較快；回收資金依綜合分數配置到買進候選，各檔仍受單一標的與產業上限約束；同時風險警示：負面新聞：國內第一次無擔保轉換公司債轉換普通股。；股價偏弱，減碼三分之一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570 股（零股），回收資金約 604,200 元，依分數重新配置到同一籃的買進候選（最佳替換標的 6870 騰雲，實際買進股數受單一標的與產業上限約束，見買進明細）；部分換股會讓兩檔都表現平庸，因此一次換完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買進【穩健籃】1736 喬山｜3 張 + 298 股｜限價 122.5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2026-10-28　|　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喬山 3,298 股，限價 122.5，停損 115.0。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+0.84 達門檻（+0.20）；一個月收正報酬機率 58.7%、預期最大回檔 -5.8%，且未過熱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58.7%（全市場基準 51.8%），預期最大回檔 -5.8%（回檔幅度排名全市場最小的前 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60.8%、預期報酬 +14.4%（模型估計，不是保證）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-0.07（大盤漲跌 1% 時約變動 -0.07%），日波動 1.48%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1,910,283 元（已持有 73,200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8,490,148 元 × 每筆風險 0.8% × 信心係數 1.50（由穩健分數 +0.84 換算）= 101,882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7.29 與距 10 日低點 120.00 的距離 2.50 之較大者 = 7.29 元（進場 122.50 → 停損 115.00 元，5.9%）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101,882 ÷ 7.29 = 13,984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417 張 × 2%）」限制，下修至 8,345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5,046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123.44 與前一日收盤 122.5 的較低者 = 122.5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取整後：3 張又 298 股（共 3,298 股），金額約 404,005 元，佔總資產 4.8%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+0.84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【多買】日均波動（ATR）3.0%，波動溫和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【少買】一個月收正報酬機率 58.7%，勝率普通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-5.8%，下檔風險偏大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115.00 元全數賣出 3 張又 298 股（共 3,298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買進【穩健籃】5292 華懋｜1 張 + 671 股｜限價 233.5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2026-10-28　|　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華懋 1,671 股，限價 233.5，停損 213.5。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+0.72 達門檻（+0.20）；一個月收正報酬機率 61.2%、預期最大回檔 -8.5%，且未過熱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61.2%（全市場基準 51.8%），預期最大回檔 -8.5%（回檔幅度排名全市場最小的前 21%）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64.1%、預期報酬 +15.9%（模型估計，不是保證）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0.63（大盤漲跌 1% 時約變動 0.63%），日波動 2.01%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1,910,283 元（已持有 73,200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8,490,148 元 × 每筆風險 0.8% × 信心係數 1.40（由穩健分數 +0.72 換算）= 94,835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19.57 與距 10 日低點 230.50 的距離 3.00 之較大者 = 19.57 元（進場 233.50 → 停損 213.50 元，8.4%）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94,835 ÷ 19.57 = 4,846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211 張 × 2%）」限制，下修至 4,230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2,558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235.15 與前一日收盤 233.5 的較低者 = 233.5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 張又 671 股（共 1,671 股），金額約 390,178 元，佔總資產 4.6%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+0.72 高，信心係數 1.40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61.2%，可提高「正報酬晉級」機率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【少買】日均波動（ATR）4.2%，波動大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-8.5%，下檔風險偏大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213.50 元全數賣出 1 張又 671 股（共 1,671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買進【穩健籃】2885 元大金｜7 張 + 986 股｜限價 73.1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2026-10-28　|　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元大金 7,986 股，限價 73.1，停損 68.5。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+0.67 達門檻（+0.20）；一個月收正報酬機率 61.2%、預期最大回檔 -6.6%，且未過熱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61.2%（全市場基準 51.8%），預期最大回檔 -6.6%（回檔幅度排名全市場最小的前 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65.0%、預期報酬 +5.2%（模型估計，不是保證）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0.65（大盤漲跌 1% 時約變動 0.65%），日波動 1.51%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1,910,283 元（已持有 73,200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8,490,148 元 × 每筆風險 0.8% × 信心係數 1.34（由穩健分數 +0.67 換算）= 90,929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3.64 與距 10 日低點 68.60 的距離 4.50 之較大者 = 4.50 元（進場 73.10 → 停損 68.50 元，6.2%）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90,929 ÷ 4.50 = 20,207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12,220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73.61 與前一日收盤 73.19999694824219 的較低者 = 73.1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取整後：7 張又 986 股（共 7,986 股），金額約 583,777 元，佔總資產 6.9%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+0.67 高，信心係數 1.34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【多買】日均波動（ATR）2.5%，波動溫和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3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61.2%，可提高「正報酬晉級」機率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+22.7%，基本面支撐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-6.6%，下檔風險偏大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68.50 元全數賣出 7 張又 986 股（共 7,986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買進【穩健籃】2889 國票金｜39 張｜限價 17.0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2026-10-28　|　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國票金 39,000 股，限價 17.0，停損 16.35。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+0.64 達門檻（+0.20）；一個月收正報酬機率 60.2%、預期最大回檔 -7.8%，且未過熱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60.2%（全市場基準 51.8%），預期最大回檔 -7.8%（回檔幅度排名全市場最小的前 16%）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60.0%、預期報酬 +5.7%（模型估計，不是保證）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-0.10（大盤漲跌 1% 時約變動 -0.10%），日波動 0.95%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1,910,283 元（已持有 73,200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8,490,148 元 × 每筆風險 0.8% × 信心係數 1.29（由穩健分數 +0.64 換算）= 87,958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0.56 與距 10 日低點 16.35 的距離 0.65 之較大者 = 0.65 元（進場 17.00 → 停損 16.35 元，3.8%）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87,958 ÷ 0.65 = 135,320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受「穩健籃單檔上限 20%」限制，下修至 99,884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60,405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39,000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17.09 與前一日收盤 17.049999237060547 的較低者 = 17.0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取整後：39 張（39,000 股），金額約 663,000 元，佔總資產 7.8%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零股 479 股只有 8,143 元，低於 14,035 元會被最低手續費 20 元拉高費率（約 0.25%），所以不買零股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+0.64 高，信心係數 1.29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【多買】日均波動（ATR）1.6%，波動溫和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60.2%，可提高「正報酬晉級」機率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+23.9%，基本面支撐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【少買】已達穩健籃單檔上限，分散風險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-7.8%，下檔風險偏大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16.35 元全數賣出 39 張（39,000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買進【進攻籃】6221 晉泰｜29 張｜限價 40.8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2026-10-28　|　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晉泰 29,000 股，限價 40.8，停損 36.7。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+0.80 達門檻（+0.30）；一個月模型預期超額報酬排名全市場前 1%、創新高機率 90.7%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90.7%（全市場基準 17.9%，排名前 2%），預期超額報酬 +10.49%（排名前 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-2.4%（52 週高 40.96，現價 40.0），正處於創高區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+30.9%、近 60 日 +87.4%，相對大盤 20 日 +34.5%、60 日 +76.5%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5,730,850 元（已持有 0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8,490,148 元 × 每筆風險 0.8% × 信心係數 1.50（由綜合分數 +0.80 換算）= 101,712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4.90 與距 10 日低點 31.30 的距離 9.50 之較大者，但不超過進場價 10%（4.08） = 4.08 元（進場 40.80 → 停損 36.70 元，10.0%）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101,712 ÷ 4.08 = 24,929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4,181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29,000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40.59 × (1 + 0.5%) = 40.8，提高成交機率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取整後：29 張（29,000 股），金額約 1,183,200 元，佔總資產 13.9%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零股 109 股只有 4,447 元，低於 14,035 元會被最低手續費 20 元拉高費率（約 0.45%），所以不買零股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+0.80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3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90.7%，勝率高可多配置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+47.3%，基本面支撐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【少買】日均波動（ATR）6.1%，波動大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【少買】此檔開盤預測模型回測命中率未達門檻，預測權重已降低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40.96 元（距現價 2.4%）即確認創新高，續抱讓獲利奔跑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36.70 元全數賣出 29 張（29,000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買進【進攻籃】6756 威鋒電子｜9 張 + 201 股｜限價 123.5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2026-10-28　|　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威鋒電子 9,201 股，限價 123.5，停損 111.0。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+0.78 達門檻（+0.30）；一個月模型預期超額報酬排名全市場前 3%、創新高機率 62.4%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62.4%（全市場基準 17.9%，排名前 9%），預期超額報酬 +8.14%（排名前 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-9.7%（52 週高 134.5，現價 121.5）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+24.5%、近 60 日 +35.4%，相對大盤 20 日 +28.1%、60 日 +24.6%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5,730,850 元（已持有 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8,490,148 元 × 每筆風險 0.8% × 信心係數 1.47（由綜合分數 +0.78 換算）= 99,759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13.07 與距 10 日低點 91.80 的距離 31.70 之較大者，但不超過進場價 10%（12.35） = 12.35 元（進場 123.50 → 停損 111.00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99,759 ÷ 12.35 = 8,078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1,124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122.77 × (1 + 0.5%) = 123.5，提高成交機率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取整後：9 張又 201 股（共 9,201 股），金額約 1,136,324 元，佔總資產 13.4%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+0.78 高，信心係數 1.47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62.4%，勝率高可多配置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+66.2%，基本面支撐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【少買】日均波動（ATR）5.4%，波動大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134.5 元（距現價 9.7%）即確認創新高，續抱讓獲利奔跑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111.00 元全數賣出 9 張又 201 股（共 9,201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買進【進攻籃】6456 GIS-KY｜11 張 + 735 股｜限價 99.8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2026-10-28　|　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GIS-KY 11,735 股，限價 99.8，停損 89.8。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+0.78 達門檻（+0.30）；一個月模型預期超額報酬排名全市場前 4%、創新高機率 68.5%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68.5%（全市場基準 17.9%，排名前 7%），預期超額報酬 +7.74%（排名前 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-9.4%（52 週高 108.0，現價 97.8）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+32.9%、近 60 日 +70.4%，相對大盤 20 日 +36.4%、60 日 +59.6%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5,730,850 元（已持有 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8,490,148 元 × 每筆風險 0.8% × 信心係數 1.47（由綜合分數 +0.78 換算）= 99,759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15.90 與距 10 日低點 83.30 的距離 16.50 之較大者，但不超過進場價 10%（9.98） = 9.98 元（進場 99.80 → 停損 89.80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99,759 ÷ 9.98 = 9,996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1,739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99.29 × (1 + 0.5%) = 99.8，提高成交機率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取整後：11 張又 735 股（共 11,735 股），金額約 1,171,153 元，佔總資產 13.8%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+0.78 高，信心係數 1.47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68.5%，勝率高可多配置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+30.8%，基本面支撐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【少買】日均波動（ATR）8.1%，波動大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108.0 元（距現價 9.4%）即確認創新高，續抱讓獲利奔跑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89.80 元全數賣出 11 張又 735 股（共 11,735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買進【進攻籃】2069 運錩｜34 張｜限價 29.15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2026-10-28　|　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運錩 34,000 股，限價 29.15，停損 26.2。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+0.75 達門檻（+0.30）；一個月模型預期超額報酬排名全市場前 0%、創新高機率 75.9%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75.9%（全市場基準 17.9%，排名前 6%），預期超額報酬 +11.24%（排名前 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-4.0%（52 週高 30.05，現價 28.85）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+12.7%、近 60 日 +61.2%，相對大盤 20 日 +16.3%、60 日 +50.4%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5,730,850 元（已持有 0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8,490,148 元 × 每筆風險 0.8% × 信心係數 1.44（由綜合分數 +0.75 換算）= 97,467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2.29 與距 10 日低點 23.70 的距離 5.45 之較大者，但不超過進場價 10%（2.92） = 2.92 元（進場 29.15 → 停損 26.20 元，10.0%）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97,467 ÷ 2.92 = 33,436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840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34,000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28.98 × (1 + 0.5%) = 29.15，提高成交機率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取整後：34 張（34,000 股），金額約 991,100 元，佔總資產 11.7%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零股 276 股只有 8,045 元，低於 14,035 元會被最低手續費 20 元拉高費率（約 0.25%），所以不買零股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+0.75 高，信心係數 1.44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75.9%，勝率高可多配置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【少買】日均波動（ATR）4.0%，波動大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30.05 元（距現價 4.0%）即確認創新高，續抱讓獲利奔跑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26.20 元全數賣出 34 張（34,000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買進【進攻籃】6416 瑞祺電通｜9 張 + 931 股｜限價 124.5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2026-10-28　|　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瑞祺電通 9,931 股，限價 124.5，停損 113.5。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+0.73 達門檻（+0.30）；一個月模型預期超額報酬排名全市場前 9%、創新高機率 65.4%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65.4%（全市場基準 17.9%，排名前 8%），預期超額報酬 +6.23%（排名前 9%）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-5.0%（52 週高 129.0，現價 122.5）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+6.1%、近 60 日 +27.9%，相對大盤 20 日 +9.6%、60 日 +17.1%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5,730,850 元（已持有 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8,490,148 元 × 每筆風險 0.8% × 信心係數 1.41（由綜合分數 +0.73 換算）= 95,684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10.57 與距 10 日低點 115.50 的距離 9.00 之較大者 = 10.57 元（進場 124.50 → 停損 113.50 元，8.5%）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95,684 ÷ 10.57 = 9,051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880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123.54 × (1 + 0.5%) = 124.5，提高成交機率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取整後：9 張又 931 股（共 9,931 股），金額約 1,236,410 元，佔總資產 14.6%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+0.73 高，信心係數 1.41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5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65.4%，勝率高可多配置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+59.2%，基本面支撐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【少買】日均波動（ATR）4.3%，波動大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129.0 元（距現價 5.0%）即確認創新高，續抱讓獲利奔跑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113.50 元全數賣出 9 張又 931 股（共 9,931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執行後持股配置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2026-10-28　|　43</a:t>
            </a:r>
          </a:p>
        </p:txBody>
      </p:sp>
      <p:pic>
        <p:nvPicPr>
          <p:cNvPr id="5" name="Picture 4" descr="2026-10-28_開盤前更新_al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4282068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期貨戶轉入證券戶：675,300 元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競賽規則檢查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2026-10-28　|　44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159"/>
                <a:gridCol w="1065516"/>
                <a:gridCol w="710344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結果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禁止交易權證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無權證標的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目前持股率 ≥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 96.1%（每日收盤檢查，未達扣報酬率 0.2%）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執行建議後持股率 ≥ 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預估 93.3%（目標 90%）；注意只算實際成交，掛單未成交不算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交易過的標的 ≥ 5（每日收盤追蹤）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已成交 14 檔＋本次建議 = 21 檔；執行後持有 9 檔（未達每次扣報酬率 0.2%）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總交易筆數 ≥ 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累計 88 筆＋本次建議 22 筆 = 110 筆；剩餘 23 個交易日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融資借款在自訂上限內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 0 元 / 上限 2,547,045 元（總資產 30%）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累積報酬為正（才列入排名）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注意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目前累積報酬 -15.10%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模型健康度與調整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2026-10-28　|　45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187452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指標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樣本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表現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大盤隔夜跳空命中率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86.2%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個股隔夜跳空命中率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一個月推薦實際超額報酬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一個月推薦實際創新高比例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名創新高率 / 基準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88.9% / 30.3%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名月超額報酬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+7.84%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29768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目前未偵測到重大失誤，參數維持不變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累積報酬走勢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2026-10-28　|　46</a:t>
            </a:r>
          </a:p>
        </p:txBody>
      </p:sp>
      <p:pic>
        <p:nvPicPr>
          <p:cNvPr id="5" name="Picture 4" descr="2026-10-28_開盤前更新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097280"/>
            <a:ext cx="11247120" cy="44988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