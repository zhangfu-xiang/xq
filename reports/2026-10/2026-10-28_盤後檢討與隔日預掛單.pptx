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盤後檢討與隔日預掛單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2026-10-28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879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-12.12%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95.0%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-0.03%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隔夜美股表現強勁，費城半導體指數大漲 3.6%，那斯達克指數也上揚 1.18%，主要受 Anthropic IPO 熱潮激勵 AI 概念股及權值股回神。台股今日開高走高，大漲 939 點重返 47000 點大關，三大法人合計買超近 299 億元，顯示市場資金動能充沛。美元兌台幣匯率小幅貶值 0.4%，西德州原油價格則上漲 1.59%。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今日台股預期將以平盤開出，開盤後走勢偏向續強。根據模型預測，開盤方向的命中率為 83.5%，開盤後走勢的命中率為 68.1%，顯示模型對今日大盤走勢判斷具有高可靠度。（注意：盤後版使用的美股資料為前一晚收盤，明早 07:00 盤前報告會以最新美股重新計算）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2,150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 張又 150 股（共 2,150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586.0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91 股（共 1,091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904.0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+6.61%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40 張又 416 股（共 40,416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+8.85%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24 張（24,000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-6.91%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570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1085.0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36 張又 71 股（共 36,071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7 張又 173 股（共 7,173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張（1,000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-5.39%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 張（3,000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-13.98%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8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+7.01%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315 股（零股），加碼後共 1 張又 315 股（共 1,315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790.0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29 張（29,000 股），加碼後共 49 張又 528 股（共 49,528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+2.67%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7 張又 966 股（共 7,966 股），加碼後共 8 張又 966 股（共 8,966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639 股（共 1,639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3／警告 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【嚴重】1560 中砂：已跌破停損價 936.69（目前 914.0）：依紀律全數出場 → 建議賣出 1 張又 91 股（共 1,091 股）（持有 1,091 股的 100%），限價 904.0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【嚴重】6196 帆宣：已跌破停損價 599.23（目前 592.0）：依紀律全數出場 → 建議賣出 2 張又 150 股（共 2,150 股）（持有 2,150 股的 100%），限價 586.0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致茂：已跌破停損價 2069.91（目前 2035.0）：依紀律全數出場 → 建議賣出 8 股（零股）（持有 8 股的 100%），限價 2010.0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【警告】2845 遠東銀：負面新聞：公司公告受金管會裁罰案說明；股價偏弱，減碼三分之一 → 建議賣出 12 張又 23 股（共 12,023 股）（持有 36,071 股的 33%），限價 13.0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【警告】6213 聯茂：負面新聞：股票交易達集中市場公布標準而被列為注意股票；股價尚穩，先上調停損 → 停損上調至 711.5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【警告】6182 合晶：負面新聞：董事會決議辦理現金增資並發行無擔保轉換公司債；股價偏弱，減碼三分之一 → 建議賣出 333 股（零股）（持有 1,000 股的 33%），限價 103.5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【警告】6213 聯茂：負面新聞：股票交易達集中市場公布標準而被列為注意股票 → 減半買進（157 股（零股））或等回測支撐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【提醒】2915 潤泰全：法人近 5 日賣超 1,754 張，籌碼轉弱 → 續抱，持續觀察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40／跌停 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跌停｜8021 尖點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可能原因（新聞）：颱風假打亂新股抽籤！尖點逾9萬元紅包申購延至下周二 - Yahoo股市；盤中速報 - 尖點(8021)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跌停｜6873 泓德能源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綠能環保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可能原因（新聞）：上市綠能大廠泓德能源董總捲光電弊案遭押！ 公司急開臨時董事會：核心業務進度如常 - Yahoo股市；泓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跌停｜3432 台端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可能原因（新聞）：盤中速報 - 台端(3432)股價殺至跌停，跌停價12.5元，成交230張 - TradingView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漲停｜1815 富喬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可能原因（新聞）：富喬：Low DK2出貨放量 下半年動能續強 - 自由時報；【11:34 即時新聞】富喬(1815)亮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漲停｜3105 穩懋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可能原因（新聞）：穩懋(3105) 個股概覽 | 個股 - 股市 - CMoney；【09:03 即時新聞】穩懋(310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漲停｜3260 威剛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可能原因（新聞）：威剛(3260) 個股概覽 | 個股 - 股市 - CMoney；【11:41 即時新聞】威剛(326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漲停｜2464 盟立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其他電子業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可能原因（新聞）：盟立(2464) 個股概覽 | 個股 - 股市 - CMoney；盟立4月每股獲利0.11元、年增1.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漲停｜4526 東台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電機機械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可能原因（新聞）：東台(4526)PCB鑽孔機訂單看到2028年！半導體設備接單升溫，電子業務占比衝上40% - 鉅亨網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漲停｜2049 上銀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電機機械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可能原因（新聞）：上銀(2049) 個股概覽 | 個股 - 股市 - CMoney；機器人題材持續發酵！上銀(2049)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漲停｜6510 精測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可能原因（新聞）：【09:43 即時新聞】精測(6510)亮燈漲停，AI 高階測試介面成盤中焦點 - CMoney投資網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漲停｜7750 新代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電機機械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可能原因（新聞）：新代(7750) 個股概覽 | 個股 - 股市 - CMoney；盤中速報 - 新代(7750)股價拉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75%／穩健 25%／ETF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黃燈：灰燈（中性）但出現 1 項風險訊號，先暫停追高 → 進攻籃 80%（已持續 8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調整 Agent 偵測到 2 項失誤 → 進攻 −5%，待模型修正後再恢復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75%、穩健籃 25%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75%、穩健籃 25%、ETF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593 萬，執行後佔總資產 69.4%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進攻籃買進：7730 暉盛-創、6221 晉泰、3591 艾笛森、6213 聯茂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198 萬，執行後佔總資產 25.0%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穩健籃買進：1736 喬山、6462 神盾、2357 華碩、2885 元大金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目前進攻籃與穩健籃的比例為 75% 比 25%。由於市場處於黃燈狀態，雖然為中性，但出現 1 項風險訊號，因此暫停追高，進攻籃維持 75% 的比例。今日穩健籃買進喬山、神盾、華碩、元大金，主要考量其穩健分數達門檻，且預期最大回檔幅度較小。進攻籃則買進暉盛-創、晉泰、艾笛森、聯茂，這些標的綜合分數高，且一個月內創新高機率與預期超額報酬表現優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1736 喬山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運動休閒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63.4%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6462 神盾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2357 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2850 新產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2376 技嘉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4167 松瑞藥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生技醫療業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0055 元大MSCI金融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6913 鴻呈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期貨與選擇權：做多 微型臺指期貨 7 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204"/>
                <a:gridCol w="2577465"/>
                <a:gridCol w="937260"/>
                <a:gridCol w="1405890"/>
                <a:gridCol w="1405890"/>
                <a:gridCol w="1640204"/>
                <a:gridCol w="1640204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合約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口數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保證金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最大損失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做多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TMF202611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47,247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45,482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245,350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123,550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期貨與選擇權判斷：做多 微型臺指期貨 7 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做多理由：方向模型：未來 5 個交易日上漲機率 62.4%（模型估計，不是保證）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67 次，命中率 64.2%（基準 62.7%），平均每次 +0.88%（已扣成本）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主要依據：費半前一晚看多、月線在季線上看多、加權 20 日報酬看空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-12.11%、距高點回撤 -13.83%、剩 23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62.4%（模型估計，不是保證）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67 次，命中率 64.2%（基準 62.7%），平均每次 +0.88%（已扣成本）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2 次，少於 20 次，證據不足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為何今日會漲／會跌（2026-10-28）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10</a:t>
            </a:r>
          </a:p>
        </p:txBody>
      </p:sp>
      <p:pic>
        <p:nvPicPr>
          <p:cNvPr id="5" name="Picture 4" descr="2026-10-28_盤後檢討與隔日預掛單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56381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合庫金：今日下跌 -1.22%（-8,400 元），主因為「產業因素」（-2.51%）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國票金：今日上漲 +0.29%（+2,021 元），主因為「個股特有因素」（+2.85%）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遠東銀：今日下跌 -1.87%（-9,018 元），主因為「產業因素」（-2.51%）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潤泰全：今日下跌 -1.04%（-4,304 元），主因為「個股特有因素」（-1.44%）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景碩：今日上漲 +9.99%（+154,066 元），主因為「個股特有因素」（+4.43%）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艾笛森：今日上漲 +3.35%（+18,475 元），主因為「產業因素」（+2.19%）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-8,400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-2.51%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-1.87%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-9,018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-2.51%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+0.48%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-4,304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+9.99%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+154,066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+3.93%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+1.64%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+4.43%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+18,475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+9.86%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+89,462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+3.04%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+6.45%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+17,200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+4.29%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+32,000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+3.06%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+1.50%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+4.09%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+3.11%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+1.28%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+3.77%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+22,800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+3.62%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+1.50%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949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今日持股表現方面，景碩大漲 9.99%，主要受個股特有因素貢獻 4.43%（+68,251 元），其次為大盤因素貢獻 3.93%（+60,565 元）。中砂上漲 9.86%，主要由個股特有因素貢獻 6.45%（+58,543 元），大盤因素貢獻 3.04%（+27,557 元）。艾笛森上漲 3.35%，主要受產業因素貢獻 2.19%（+12,083 元），大盤因素貢獻 1.38%（+7,585 元）。聯茂上漲 4.29%，主要由大盤因素貢獻 3.06%（+22,844 元），產業因素貢獻 1.50%（+11,184 元）。欣興上漲 3.77%，主要由大盤因素貢獻 3.62%（+21,889 元），產業因素貢獻 1.50%（+9,058 元）。合庫金下跌 1.22%，主因為產業因素貢獻 -2.51%（-17,361 元）。遠東銀下跌 1.87%，主因為產業因素貢獻 -2.51%（-12,140 元）。潤泰全下跌 1.04%，主因為個股特有因素貢獻 -1.44%（-5,973 元）。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12</a:t>
            </a:r>
          </a:p>
        </p:txBody>
      </p:sp>
      <p:pic>
        <p:nvPicPr>
          <p:cNvPr id="5" name="Picture 4" descr="2026-10-28_盤後檢討與隔日預掛單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目前累積損益為 -1,211,484 元，虧損 12.11%，回到初始資金需上漲 13.78%。現有持股依模型加權的一個月預期報酬為 5.40%。針對虧損部位，中砂、帆宣、致茂因觸及停損價，依紀律全數停損換股至進攻籃最佳替換候選明基材。台橡、欣興、合晶則因換股效益顯著，預期報酬扣除成本後優於續抱，故換股至明基材以加速補回虧損。穩健籃的遠東銀、國票金、合庫金因已獲利且換股效益高於續抱，故獲利了結換股至穩健籃最佳替換候選復華富時高息低波。潤泰全因換股效益高於續抱，故換股至復華富時高息低波。元大金、景碩、聯茂、艾笛森則維持續抱，因模型預期仍為正，且未觸及停損，換股效益不足以支付成本。聯茂因模型排名仍在全市場前 8%、股價在月線之上、虧損未擴大，權重仍低於上限，可逢回加碼攤低成本。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-1,211,484 元（-12.11%），已實現 -977,655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13.78%；只有正報酬才列入排名，補回虧損是第一優先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+5.40%（約 +474,720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進攻籃最佳替換候選：8215 明基材，一個月預期報酬 +13.11%，創新高機率 52.8%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穩健籃最佳替換候選：00731 復華富時高息低波，一個月預期報酬 +4.40%，收正報酬機率 77.3%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【獲利換股】2845 遠東銀（+6,526 元）：已獲利 +6,526 元（+1.39%）先入袋；這檔一個月預期只剩 +1.01%，轉買 00731 復華富時高息低波（預期 +4.40%）扣除換股成本後多 2.80%（門檻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【換股】2915 潤泰全（-2,453 元）：00731 復華富時高息低波 扣除換股成本後的預期報酬比續抱高 1.97%（門檻 1.0%），且收正報酬機率不低於原標的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【獲利換股】2889 國票金（+42,867 元）：已獲利 +42,867 元（+6.61%）先入袋；這檔一個月預期只剩 +2.47%，轉買 00731 復華富時高息低波（預期 +4.40%）扣除換股成本後多 1.34%（門檻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【停損換股】2360 致茂（-2,645 元）：收盤 2035.0 已跌破停損價 2069.91，依紀律出場；資金轉往評分最高的候選標的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【獲利換股】5880 合庫金（+55,505 元）：已獲利 +55,505 元（+8.85%）先入袋；這檔一個月預期只剩 +2.64%，轉買 00731 復華富時高息低波（預期 +4.40%）扣除換股成本後多 1.17%（門檻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【續抱】2885 元大金（+1,898 元）：買進第 5 個交易日，未滿 10 個交易日不換股、不因分數小幅轉弱賣出（模型排名每天都會小幅變動，來回換股要付約 0.58% 成本）；跌破停損 67.62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【停損換股】1560 中砂（-113,273 元）：收盤 914.0 已跌破停損價 936.69，依紀律出場；資金轉往評分最高的候選標的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【停損換股】6196 帆宣（-91,962 元）：收盤 592.0 已跌破停損價 599.23，依紀律出場；資金轉往評分最高的候選標的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【換股】2103 台橡（-4,777 元）：8215 明基材 扣除換股成本後的預期報酬比續抱高 8.88%（門檻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【換股】3037 欣興（-46,560 元）：8215 明基材 扣除換股成本後的預期報酬比續抱高 7.94%（門檻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【換股】6182 合晶（-10,665 元）：8215 明基材 扣除換股成本後的預期報酬比續抱高 7.91%（門檻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【續抱】3189 景碩（-80,743 元）：模型預期仍為正，未觸及停損，換股的預期效益不足以支付換股成本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【續抱並可加碼】6213 聯茂（+50,965 元）：模型排名仍在全市場前 8%、股價在月線之上、虧損未擴大，權重 8.9%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【續抱】3591 艾笛森（-37,413 元）：模型預期仍為正，未觸及停損，換股的預期效益不足以支付換股成本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國際大事對持股的影響分析如下：胡塞武裝襲擊沙烏地阿拉伯最大的拉斯塔努拉石油出口終端，對艾笛森、帆宣、聯茂、致茂、合晶、元大金造成輕度不利影響，預計總影響金額為 -20,020 元，佔總資產 -0.23%，將列入觀察，暫不調整部位。Anthropic IPO 熱潮激勵 AI 概念股反彈，對國票金、潤泰全、景碩、艾笛森、中砂、帆宣、聯茂、致茂、合晶、欣興、元大金產生有利影響，預計總影響金額為 +87,599 元，佔總資產 +1.0%，支持續抱。美聯儲 FOMC 利率決策倒數，市場預估有 93% 機率按兵不動，對合庫金產生輕度不利影響，預計總影響金額為 -956 元，佔總資產 -0.01%，影響有限，維持原決策。川普表示將很快安排普丁與澤倫斯基會晤以期終結俄烏戰爭，對合庫金、國票金、遠東銀、潤泰全、景碩、艾笛森、中砂、帆宣、聯茂、致茂、合晶、欣興、元大金產生有利影響，預計總影響金額為 +74,012 元，佔總資產 +0.84%，支持續抱。OpenAI 計畫向谷歌採購自研 TPU 晶片，算力市場呈現多極競爭，對國票金、潤泰全、景碩、艾笛森、中砂、帆宣、聯茂、致茂、合晶、欣興、元大金產生有利影響，預計總影響金額為 +87,599 元，佔總資產 +1.0%，支持續抱。外資大幅淨匯出拖累新台幣走弱，台灣央行採取柳樹理論調節匯市，對景碩產生輕度不利影響，預計總影響金額為 -12,044 元，佔總資產 -0.14%，列入觀察，暫不調整部位。日本政府公告對中國與台灣產不銹鋼材徵收最高 42.1% 反傾銷稅，對合庫金、國票金、遠東銀、帆宣、致茂、欣興產生輕度不利影響，預計總影響金額為 -14,309 元，佔總資產 -0.16%，列入觀察，暫不調整部位。全球央行購金與美聯儲決議前夕，黃金價格站穩 4000 美元大關，對遠東銀、景碩、帆宣、台橡、致茂、合晶、欣興、元大金產生有利影響，預計總影響金額為 +31,528 元，佔總資產 +0.36%，支持續抱。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胡塞武裝襲擊沙烏地阿拉伯最大的拉斯塔努拉石油出口終端 → 西德州原油↑：預估 -20,020 元（-0.23%）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Anthropic提交IPO申請並估算未來算力與基礎設施支出最高達5670億美元，激勵AI概念股反彈 → 費城半導體↑：預估 +87,599 元（+1.00%）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美聯儲FOMC利率決策倒數，市場預估有93%機率按兵不動 → 美國10年債殖利率↑：預估 -956 元（-0.01%）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川普表示將很快安排普丁與澤倫斯基會晤以期終結俄烏戰爭 → VIX恐慌指數↓：預估 +74,012 元（+0.84%）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OpenAI計畫向谷歌採購自研TPU晶片，算力市場呈現多極競爭 → 費城半導體↑：預估 +87,599 元（+1.00%）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外資大幅淨匯出拖累新台幣走弱，台灣央行採取柳樹理論調節匯市 → 美元兌台幣↑：預估 -12,044 元（-0.14%）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日本政府公告對中國與台灣產不銹鋼材徵收最高42.1%反傾銷稅 → 中國大型股ETF↓：預估 -14,309 元（-0.16%）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全球央行購金與美聯儲決議前夕，黃金價格站穩4000美元大關 → 黃金↑：預估 +31,528 元（+0.36%）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國際事件：胡塞武裝襲擊沙烏地阿拉伯最大的拉斯塔努拉石油出口終端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-0.0224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-0.1133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-0.1487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-0.1189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-0.2392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-10,437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-0.2262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-6,068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-0.2346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-0.1417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國際事件：Anthropic提交IPO申請並估算未來算力與基礎設施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0.0333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0.5488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+1.57%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+26,633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0.1757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0.4423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+12,564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0.4824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+17,565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0.4325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+9,569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0.6516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+1.86%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+303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0.5743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+1,722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0.7748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+13,857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0.2309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國際事件：美聯儲FOMC利率決策倒數，市場預估有93%機率按兵不動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-0.0349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-956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-0.0022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-0.0694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-0.0056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+0.09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-0.0948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18</a:t>
            </a:r>
          </a:p>
        </p:txBody>
      </p:sp>
      <p:pic>
        <p:nvPicPr>
          <p:cNvPr id="5" name="Picture 4" descr="2026-10-28_盤後檢討與隔日預掛單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710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18.0%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19</a:t>
            </a:r>
          </a:p>
        </p:txBody>
      </p:sp>
      <p:pic>
        <p:nvPicPr>
          <p:cNvPr id="5" name="Picture 4" descr="2026-10-28_盤後檢討與隔日預掛單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20</a:t>
            </a:r>
          </a:p>
        </p:txBody>
      </p:sp>
      <p:pic>
        <p:nvPicPr>
          <p:cNvPr id="5" name="Picture 4" descr="2026-10-28_盤後檢討與隔日預掛單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12247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28.15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682,800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 張+416股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691,114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 張+71股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474,334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 張+173股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410,296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張+91股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904.0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997,174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張+150股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1,272,800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83,850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103.5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105,000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張+570股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1085.0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穩健｜1736 喬山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張+768股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120.5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113.0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454,044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穩健｜6462 神盾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 張+264股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422,136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穩健｜2357 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張+674股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988.0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928.0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665,912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 張+966股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581,518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5880 合庫金｜24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+55,505 元（+8.85%）先入袋；這檔一個月預期只剩 +2.64%，轉買 00731 復華富時高息低波（預期 +4.40%）扣除換股成本後多 1.17%（門檻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24 張（24,000 股），回收資金約 682,800 元，依分數重新配置到同一籃的買進候選（最佳替換標的 00731 復華富時高息低波，實際買進股數受單一標的與產業上限約束，見買進明細）；部分換股會讓兩檔都表現平庸，因此一次換完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2889 國票金｜40 張 + 416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+42,867 元（+6.61%）先入袋；這檔一個月預期只剩 +2.47%，轉買 00731 復華富時高息低波（預期 +4.40%）扣除換股成本後多 1.34%（門檻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40 張又 416 股（共 40,416 股），回收資金約 691,114 元，依分數重新配置到同一籃的買進候選（最佳替換標的 00731 復華富時高息低波，實際買進股數受單一標的與產業上限約束，見買進明細）；部分換股會讓兩檔都表現平庸，因此一次換完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2845 遠東銀｜36 張 + 71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+6,526 元（+1.39%）先入袋；這檔一個月預期只剩 +1.01%，轉買 00731 復華富時高息低波（預期 +4.40%）扣除換股成本後多 2.80%（門檻 1.0%），且收正報酬機率不低於原標的；同時風險警示：負面新聞：公司公告受金管會裁罰案說明；股價偏弱，減碼三分之一；法人近 5 日賣超 3,347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36 張又 71 股（共 36,071 股），回收資金約 474,334 元，依分數重新配置到同一籃的買進候選（最佳替換標的 00731 復華富時高息低波，實際買進股數受單一標的與產業上限約束，見買進明細）；部分換股會讓兩檔都表現平庸，因此一次換完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2915 潤泰全｜7 張 + 173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換股：00731 復華富時高息低波 扣除換股成本後的預期報酬比續抱高 1.97%（門檻 1.0%），且收正報酬機率不低於原標的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7 張又 173 股（共 7,173 股），回收資金約 410,296 元，依分數重新配置到同一籃的買進候選（最佳替換標的 00731 復華富時高息低波，實際買進股數受單一標的與產業上限約束，見買進明細）；部分換股會讓兩檔都表現平庸，因此一次換完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1560 中砂｜1 張 + 91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914.00 元 ≤ 停損價 936.69 元（成本 1017.82 元，損益 -10.20%）；同時風險警示：已跌破停損價 936.69（目前 914.0）：依紀律全數出場；法人近 5 日賣超 1,052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6196 帆宣｜2 張 + 150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592.00 元 ≤ 停損價 599.23 元（成本 634.77 元，損益 -6.74%）；同時風險警示：已跌破停損價 599.23（目前 592.0）：依紀律全數出場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2103 台橡｜3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換股：8215 明基材 扣除換股成本後的預期報酬比續抱高 8.88%（門檻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 張（3,000 股），回收資金約 83,850 元，依分數重新配置到同一籃的買進候選（最佳替換標的 8215 明基材，實際買進股數受單一標的與產業上限約束，見買進明細）；部分換股會讓兩檔都表現平庸，因此一次換完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2035.00 元 ≤ 停損價 2069.91 元（成本 2365.62 元，損益 -13.98%）；同時風險警示：已跌破停損價 2069.91（目前 2035.0）：依紀律全數出場；負面新聞：董事會決議辦理現金增資發行普通股參與發行海外存託憑證；股價偏弱，減碼三分之一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6182 合晶｜1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換股：8215 明基材 扣除換股成本後的預期報酬比續抱高 7.91%（門檻 1.0%），且創新高機率不低於原標的 → 換股補回虧損較快；回收資金依綜合分數配置到買進候選，各檔仍受單一標的與產業上限約束；同時風險警示：負面新聞：董事會決議辦理現金增資並發行無擔保轉換公司債；股價偏弱，減碼三分之一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1 張（1,000 股），回收資金約 105,000 元，依分數重新配置到同一籃的買進候選（最佳替換標的 8215 明基材，實際買進股數受單一標的與產業上限約束，見買進明細）；部分換股會讓兩檔都表現平庸，因此一次換完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3037 欣興｜0 張 + 570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31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換股：8215 明基材 扣除換股成本後的預期報酬比續抱高 7.94%（門檻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570 股（零股），回收資金約 627,000 元，依分數重新配置到同一籃的買進候選（最佳替換標的 8215 明基材，實際買進股數受單一標的與產業上限約束，見買進明細）；部分換股會讓兩檔都表現平庸，因此一次換完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買進【穩健籃】1736 喬山｜3 張 + 768 股｜限價 120.5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喬山因穩健分數高且一個月收正報酬機率達 66.5%，預期最大回檔僅 -5.5%，故買進 3 張又 768 股。停損點設在 113.00 元，若收盤跌破則全數賣出，訊號轉弱則減碼一半，持有滿 10 個交易日後若有更佳標的則換股。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+0.86 達門檻（+0.20）；一個月收正報酬機率 66.5%、預期最大回檔 -5.5%，且未過熱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66.5%（全市場基準 51.9%），預期最大回檔 -5.5%（回檔幅度排名全市場最小的前 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70.2%、預期報酬 +12.2%（模型估計，不是保證）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-0.01（大盤漲跌 1% 時約變動 -0.01%），日波動 1.49%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1,977,416 元（已持有 73,000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8,788,516 元 × 每筆風險 0.8% × 信心係數 1.50（由穩健分數 +0.86 換算）= 105,462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7.21 與距 10 日低點 120.00 的距離 0.50 之較大者 = 7.21 元（進場 120.50 → 停損 113.00 元，6.0%）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105,462 ÷ 7.21 = 14,619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440 張 × 2%）」限制，下修至 8,809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5,041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120.65 與前一日收盤 120.5 的較低者 = 120.5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 張又 768 股（共 3,768 股），金額約 454,044 元，佔總資產 5.2%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+0.86 高，信心係數 1.50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【多買】日均波動（ATR）3.0%，波動溫和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66.5%，可提高「正報酬晉級」機率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-5.5%，下檔風險偏大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113.00 元全數賣出 3 張又 768 股（共 3,768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買進【穩健籃】6462 神盾｜4 張 + 264 股｜限價 99.0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神盾因穩健分數高且一個月收正報酬機率達 57.2%，預期最大回檔僅 -6.9%，故買進 4 張又 264 股。停損點設在 92.00 元，若收盤跌破則全數賣出，訊號轉弱則減碼一半，持有滿 10 個交易日後若有更佳標的則換股。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+0.67 達門檻（+0.20）；一個月收正報酬機率 57.2%、預期最大回檔 -6.9%，且未過熱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57.2%（全市場基準 51.9%），預期最大回檔 -6.9%（回檔幅度排名全市場最小的前 15%）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60.7%、預期報酬 +13.3%（模型估計，不是保證）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0.78（大盤漲跌 1% 時約變動 0.78%），日波動 1.98%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1,977,416 元（已持有 73,000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8,788,516 元 × 每筆風險 0.8% × 信心係數 1.34（由穩健分數 +0.67 換算）= 94,125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5.83 與距 10 日低點 92.10 的距離 6.90 之較大者 = 6.90 元（進場 99.00 → 停損 92.00 元，7.0%）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94,125 ÷ 6.90 = 13,641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499 張 × 2%）」限制，下修至 9,970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5,705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99.29 與前一日收盤 99.0 的較低者 = 99.0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取整後：4 張又 264 股（共 4,264 股），金額約 422,136 元，佔總資產 4.8%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+0.67 高，信心係數 1.34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【多買】日均波動（ATR）2.9%，波動溫和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57.2%，勝率普通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-6.9%，下檔風險偏大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【少買】月營收年減 -0.3%，基本面偏弱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92.00 元全數賣出 4 張又 264 股（共 4,264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買進【穩健籃】2357 華碩｜0 張 + 674 股｜限價 988.0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華碩因穩健分數高且一個月收正報酬機率達 59.8%，預期最大回檔僅 -7.4%，故買進 674 股。停損點設在 928.00 元，若收盤跌破則全數賣出，訊號轉弱則減碼一半，持有滿 10 個交易日後若有更佳標的則換股。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+0.67 達門檻（+0.20）；一個月收正報酬機率 59.8%、預期最大回檔 -7.4%，且未過熱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59.8%（全市場基準 51.9%），預期最大回檔 -7.4%（回檔幅度排名全市場最小的前 19%）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69.1%、預期報酬 +6.6%（模型估計，不是保證）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1.09（大盤漲跌 1% 時約變動 1.09%），日波動 1.81%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1,977,416 元（已持有 73,000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8,788,516 元 × 每筆風險 0.8% × 信心係數 1.33（由穩健分數 +0.67 換算）= 93,686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59.43 與距 10 日低點 946.00 的距離 42.00 之較大者 = 59.43 元（進場 988.00 → 停損 928.00 元，6.0%）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93,686 ÷ 59.43 = 1,576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902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991.09 與前一日收盤 988.0 的較低者 = 988.0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取整後：674 股（零股），金額約 665,912 元，佔總資產 7.6%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+0.67 高，信心係數 1.33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【多買】日均波動（ATR）3.0%，波動溫和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59.8%，勝率普通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-7.4%，下檔風險偏大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928.00 元全數賣出 674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買進【穩健籃】2885 元大金｜7 張 + 966 股｜限價 73.0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元大金因穩健分數高且一個月收正報酬機率達 63.4%，預期最大回檔僅 -8.5%，故買進 7 張又 966 股。停損點設在 68.80 元，若收盤跌破則全數賣出，訊號轉弱則減碼一半，持有滿 10 個交易日後若有更佳標的則換股。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+0.49 達門檻（+0.20）；一個月收正報酬機率 63.4%、預期最大回檔 -8.5%，且未過熱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63.4%（全市場基準 51.9%），預期最大回檔 -8.5%（回檔幅度排名全市場最小的前 29%）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61.7%、預期報酬 +4.9%（模型估計，不是保證）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0.64（大盤漲跌 1% 時約變動 0.64%），日波動 1.46%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1,977,416 元（已持有 73,000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8,788,516 元 × 每筆風險 0.8% × 信心係數 1.11（由穩健分數 +0.49 換算）= 78,218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3.67 與距 10 日低點 68.80 的距離 4.20 之較大者 = 4.20 元（進場 73.00 → 停損 68.80 元，5.8%）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78,218 ÷ 4.20 = 18,623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10,657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73.14 與前一日收盤 73.0 的較低者 = 73.0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取整後：7 張又 966 股（共 7,966 股），金額約 581,518 元，佔總資產 6.6%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+0.49 高，信心係數 1.11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【多買】日均波動（ATR）2.5%，波動溫和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4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63.4%，可提高「正報酬晉級」機率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+22.7%，基本面支撐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-8.5%，下檔風險偏大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68.80 元全數賣出 7 張又 966 股（共 7,966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買進【進攻籃】7730 暉盛-創｜4 張 + 288 股｜限價 239.0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暉盛-創因綜合分數高且一個月內創新高機率達 83.8%，預期超額報酬高達 12.32%，故買進 4 張又 288 股。停損點設在 215.00 元，若收盤跌破則全數賣出，訊號轉弱則減碼一半，一個月目標為突破 52 週高點。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+0.79 達門檻（+0.30）；一個月模型預期超額報酬排名全市場前 0%、創新高機率 83.8%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83.8%（全市場基準 18.0%，排名前 3%），預期超額報酬 +12.32%（排名前 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-6.1%（52 週高 252.5，現價 237.0）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+39.0%、近 60 日 +71.6%，相對大盤 20 日 +41.3%、60 日 +54.1%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5,932,248 元（已持有 3,025,542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8,788,516 元 × 每筆風險 0.8% × 信心係數 1.48（由綜合分數 +0.79 換算）= 104,320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29.14 與距 10 日低點 188.00 的距離 51.00 之較大者，但不超過進場價 10%（23.90） = 23.90 元（進場 239.00 → 停損 215.00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104,320 ÷ 23.90 = 4,365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76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237.57 × (1 + 0.5%) = 239.0，提高成交機率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取整後：4 張又 288 股（共 4,288 股），金額約 1,024,832 元，佔總資產 11.7%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+0.79 高，信心係數 1.48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83.8%，勝率高可多配置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+64.4%，基本面支撐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【少買】日均波動（ATR）6.1%，波動大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【少買】此檔開盤預測模型回測命中率未達門檻，預測權重已降低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252.5 元（距現價 6.1%）即確認創新高，續抱讓獲利奔跑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215.00 元全數賣出 4 張又 288 股（共 4,288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買進【進攻籃】6221 晉泰｜24 張 + 848 股｜限價 40.9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晉泰因綜合分數高且一個月內創新高機率達 82.4%，預期超額報酬高達 9.62%，故買進 24 張又 848 股。停損點設在 36.80 元，若收盤跌破則全數賣出，訊號轉弱則減碼一半，一個月目標為突破 52 週高點。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+0.78 達門檻（+0.30）；一個月模型預期超額報酬排名全市場前 1%、創新高機率 82.4%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82.4%（全市場基準 18.0%，排名前 4%），預期超額報酬 +9.62%（排名前 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-6.2%（52 週高 43.2，現價 40.5）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+28.2%、近 60 日 +96.6%，相對大盤 20 日 +30.5%、60 日 +79.1%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5,932,248 元（已持有 3,025,542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8,788,516 元 × 每筆風險 0.8% × 信心係數 1.47（由綜合分數 +0.78 換算）= 103,441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5.40 與距 10 日低點 32.00 的距離 8.90 之較大者，但不超過進場價 10%（4.09） = 4.09 元（進場 40.90 → 停損 36.80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103,441 ÷ 4.09 = 25,291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443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40.66 × (1 + 0.5%) = 40.9，提高成交機率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取整後：24 張又 848 股（共 24,848 股），金額約 1,016,283 元，佔總資產 11.6%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+0.78 高，信心係數 1.47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82.4%，勝率高可多配置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+47.3%，基本面支撐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【少買】日均波動（ATR）6.7%，波動大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【少買】此檔開盤預測模型回測命中率未達門檻，預測權重已降低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43.2 元（距現價 6.2%）即確認創新高，續抱讓獲利奔跑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36.80 元全數賣出 24 張又 848 股（共 24,848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買進【進攻籃】3591 艾笛森｜29 張｜限價 26.95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艾笛森因綜合分數高且一個月內創新高機率達 44.6%，預期超額報酬高達 12.96%，故買進 29 張。停損點設在 24.25 元，若收盤跌破則全數賣出，訊號轉弱則減碼一半，一個月目標為突破 52 週高點。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+0.71 達門檻（+0.30）；一個月模型預期超額報酬排名全市場前 0%、創新高機率 44.6%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44.6%（全市場基準 18.0%，排名前 20%），預期超額報酬 +12.96%（排名前 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-16.8%（52 週高 33.34，現價 27.75）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+14.0%、近 60 日 +17.1%，相對大盤 20 日 +15.6%、60 日 +6.9%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5,932,248 元（已持有 3,025,542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8,788,516 元 × 每筆風險 0.8% × 信心係數 1.39（由綜合分數 +0.71 換算）= 97,377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2.90 與距 10 日低點 25.30 的距離 1.65 之較大者，但不超過進場價 10%（2.70） = 2.70 元（進場 26.95 → 停損 24.25 元，10.0%）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97,377 ÷ 2.70 = 36,132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1,478 張 × 2%）」限制，下修至 29,567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518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29,000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26.77 × (1 + 0.5%) = 26.95，提高成交機率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取整後：29 張（29,000 股），金額約 781,550 元，佔總資產 8.9%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49 股只有 1,321 元，低於 14,035 元會被最低手續費 20 元拉高費率（約 1.51%），所以不買零股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+0.71 高，信心係數 1.39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+40.6%，基本面支撐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【少買】日均波動（ATR）5.4%，波動大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【少買】一個月內創新高機率 44.6%，勝率普通故保守配置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33.34 元（距現價 16.8%）即確認創新高，續抱讓獲利奔跑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24.25 元全數賣出 29 張（29,000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買進【進攻籃】6213 聯茂｜0 張 + 315 股｜限價 790.0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1F2328"/>
                </a:solidFill>
                <a:latin typeface="Microsoft JhengHei"/>
                <a:ea typeface="Microsoft JhengHei"/>
              </a:rPr>
              <a:t>• 聯茂因綜合分數高且一個月內創新高機率達 55.9%，預期超額報酬高達 9.59%，故買進 315 股。停損點設在 711.00 元，若收盤跌破則全數賣出，訊號轉弱則減碼一半，一個月目標為突破 52 週高點。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+0.46 達門檻（+0.30）；一個月模型預期超額報酬排名全市場前 2%、創新高機率 55.9%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55.9%（全市場基準 18.0%，排名前 14%），預期超額報酬 +9.59%（排名前 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-12.1%（52 週高 885.0，現價 778.0）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+43.8%、近 60 日 +212.4%，相對大盤 20 日 +46.1%、60 日 +195.0%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5,932,248 元（已持有 3,025,542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8,788,516 元 × 每筆風險 0.8% × 信心係數 1.07（由綜合分數 +0.46 換算）= 75,493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133.00 與距 10 日低點 721.00 的距離 69.00 之較大者，但不超過進場價 10%（79.00） = 79.00 元（進場 790.00 → 停損 711.00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75,493 ÷ 79.00 = 956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17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315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785.63 × (1 + 0.5%) = 790.0，提高成交機率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取整後：315 股（零股），金額約 248,850 元，佔總資產 2.8%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+0.46 高，信心係數 1.07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+110.7%，基本面支撐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【少買】日均波動（ATR）8.5%，波動大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【少買】一個月內創新高機率 55.9%，勝率普通故保守配置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885.0 元（距現價 12.1%）即確認創新高，續抱讓獲利奔跑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711.00 元全數賣出 315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40</a:t>
            </a:r>
          </a:p>
        </p:txBody>
      </p:sp>
      <p:pic>
        <p:nvPicPr>
          <p:cNvPr id="5" name="Picture 4" descr="2026-10-28_盤後檢討與隔日預掛單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445655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期貨戶轉入證券戶：361,925 元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41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96.3%（每日收盤檢查，未達扣報酬率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95.1%（目標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14 檔＋本次建議 = 19 檔；執行後持有 9 檔（未達每次扣報酬率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88 筆＋本次建議 18 筆 = 106 筆；剩餘 23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149,310 元 / 上限 2,636,555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-12.11%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42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1112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88.2% / 30.3%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[中] 穩健籃推薦後 5 日：收正比例 28%、平均最大回檔 -3.0%（警戒 45%／-5%）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[高] 總資產自高點 10,198,741 回落 13.8%，超過 8%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偵測結果：穩健籃推薦後 5 日：收正比例 28%、平均最大回檔 -3.0%（警戒 45%／-5%）；總資產自高點 10,198,741 回落 13.8%，超過 8%。修正：未修改參數。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2026-10-28　|　43</a:t>
            </a:r>
          </a:p>
        </p:txBody>
      </p:sp>
      <p:pic>
        <p:nvPicPr>
          <p:cNvPr id="5" name="Picture 4" descr="2026-10-28_盤後檢討與隔日預掛單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