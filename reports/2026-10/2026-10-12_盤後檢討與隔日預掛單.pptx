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2026-10-12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盤後檢討與隔日預掛單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2026-10-12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2026-10-12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996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-0.38%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78.8%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+0.07%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隔夜那斯達克期貨上揚0.22%，費城半導體收跌0.41%，美元兌台幣微跌0.03%，台股開低走高終場小跌11點，金融股大漲2.87%成支撐主力，電子權值股承壓。三大法人賣超台股593.69億元，但ETF超級配息周登場，00919大方發近208億，台股守住4萬9千點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今日台股開盤預測上揚0.07%，盤中震盪為主，模型命中率80.2%。綠燈強勢持續39日，進攻籃目標比例85%，但因ETF配息熱絡，今日實際配置進攻籃76%、穩健籃14%、ETF籃10%。（注意：盤後版使用的美股資料為前一晚收盤，明早 07:00 盤前報告會以最新美股重新計算）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2026-10-12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1,571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+11.03%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523 股（零股），保留 1 張又 48 股（共 1,048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797.0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14,345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7 張又 172 股（共 7,172 股），保留 7 張又 173 股（共 7,173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639 股（共 1,639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41 股（共 1,041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1,150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150 股（共 1,150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40 張又 416 股（共 40,416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24 張（24,000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20 張又 528 股（共 20,528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36 張又 71 股（共 36,071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 張（3,000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-1.51%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8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1／警告 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2026-10-12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【嚴重】2915 潤泰全：重大負面新聞：營收月增率-29.73%，年增率-64.02%；先減碼一半，保留部位觀察後續 → 建議賣出 7 張又 172 股（共 7,172 股）（持有 14,345 股的 50%），限價 57.8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【警告】6213 聯茂：列為處置股（連續三次及當日沖銷標準，115/10/08～115/10/19）：改為分盤撮合、可能需預收款，流動性變差，減碼三分之一 → 建議賣出 523 股（零股）（持有 1,571 股的 33%），限價 803.0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【提醒】2845 遠東銀：法人近 5 日賣超 11,636 張，籌碼轉弱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【提醒】電子零組件業 9 檔漲停：同產業集體漲停：光頡、金山電、騰輝電子-KY、九豪、安碁、鈺鎧 → 題材發酵中，但不追漲停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【提醒】半導體業 5 檔漲停：同產業集體漲停：精測、宏捷科、台亞、台星科、廣穎 → 題材發酵中，但不追漲停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【提醒】TX202610 多 2 口，未實現損益 -212,000 元：均價 49,875、現價 49,345 → 依建議的停損停利執行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38／跌停 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2026-10-12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跌停｜2059 川湖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可能原因（新聞）：一張賠131萬元！股后川湖營收爆雷跌停 分析師：做頭了 - Yahoo股市；川湖(2059) 今日股價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跌停｜8227 巨有科技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可能原因（新聞）：8227 巨有科技 - 又不🤫🤫🤫小心加碼。 - 股市爆料同學會 - CMoney；討論牆 | 盤中速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跌停｜6716 應廣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可能原因（新聞）：【11:29 即時新聞】應廣(6716)股價走強，IC設計族群資金回流受關注 - CMoney投資網誌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跌停｜8084 巨虹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電子通路業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可能原因（新聞）：高掛4千張賣單搶出場逃命！巨虹再吞第9根跌停「股東卻不減反增」 專家看傻：這什麼概念？ - Yahoo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漲停｜3624 光頡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可能原因（新聞）：【光頡法說會重點內容備忘錄】未來展望趨勢 20261007 - 富果直送；光頡(3624)亮燈漲停，你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漲停｜6510 精測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可能原因（新聞）：旺矽（6223）與精測（6510）同步獲得青睞，測試介面族群... - 股市爆料同學會 - CMone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漲停｜8086 宏捷科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可能原因（新聞）：焦點股》宏捷科：主力回來了！股價連兩日亮燈 - 自由財經；訂單滿手，宏捷科Q4營收有望季增- 新聞 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漲停｜2340 台亞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可能原因（新聞）：台亞(2340) 個股概覽 | 個股 - 股市 - CMoney；營收速報 - 台亞(2340)9月營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漲停｜8042 金山電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可能原因（新聞）：【10:26 即時新聞】金山電(8042)盤中勁揚逾8% 被動元件族群續強領漲 - CMoney投資網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漲停｜6672 騰輝電子-KY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可能原因（新聞）：騰輝電子-KY、由田等8檔10/6起打入處置 友達等64檔列注意股 - 自由財經；騰輝電子-KY營收首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漲停｜6127 九豪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可能原因（新聞）：營收速報 - 九豪(6127)9月營收9,607萬元年增率高達54.42％｜新聞快訊｜豐雲學堂 - 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漲停｜3265 台星科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可能原因（新聞）：【台星科法說會重點內容備忘錄】未來展望趨勢 20261006 - 富果直送；台星科(3265) 個股概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76%／穩健 14%／ETF 10%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2026-10-12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綠燈：大盤強勢（站上月線與季線、20 日漲 +4.5%），積極進攻 → 進攻籃 85%（已持續 39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依據：2020-12～2026-10 加權指數 1,399 個交易日（訊號隔日生效、換籃成本 0.6% 照算；進攻 β1.3／穩健 β0.6 代理），綠燈進攻 85%／中性 60%／紅燈 30% 年化 26.3%、最大回檔 -29.0%，優於固定進攻 60%／穩健 40%（25.4%、-32.2%）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85%、穩健籃 15%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76%、穩健籃 14%、ETF 籃 10%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15%（分散個股風險、證交稅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綠燈強勢 → ETF −5%，資金優先給進攻個股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10%（佔股票＋ETF 目標持股；基準 15%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686 萬，執行後佔總資產 51.4%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121 萬，執行後佔總資產 26.4%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90 萬，執行後佔總資產 5.1%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籃買進：00934 中信成長高股息、0050 元大台灣50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進攻籃佔76%、穩健籃14%、ETF籃10%，較基準85/15/0調整，原因是ETF超級配息週資金優先給進攻個股，ETF籃比例從基準15%下調至10%。進攻籃持有景碩、艾笛森、中砂、帆宣、聯茂、台橡；穩健籃持有合庫金、國票金、遠東銀、潤泰全、致茂；ETF籃新買中信成長高息與元大台灣50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2026-10-12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00955 中信日本商社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00692 富邦公司治理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00757 統一FANG+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00939 統一台灣高息動能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5009 榮剛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鋼鐵工業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8114 振樺電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70.6%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00896 中信綠能及電動車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2820 華票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53.3%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1736 喬山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運動休閒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2026-10-12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-0.38%、距高點回撤 -2.32%、剩 34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54.9%（模型估計，不是保證）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做多：樣本外命中率 62.5%（基準 64.1%）、平均每次 +0.77%（一直做多 +0.84%），沒有擇時優勢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2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已持有 TX202610 多 2 口，每點 400 元，已達建議曝險每點 80 元，不再加碼；現有曝險是建議的 5.0 倍，若跌 1,243 點（停損距離）約虧損 497,200 元（總資產 5.0%），可考慮減碼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2026-10-12　|　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虧損部位中，景碩虧損0.85%可續抱並加碼，因模型排名前2%、股價在月線之上、虧損未擴大；中砂虧損1.1%同上理由可加碼；台橡虧損1.16%可續抱並加碼；致茂虧損1.51%僅續抱，因模型預期無法回本，但未觸發停損；遠東銀虧損0.15%續抱，因未滿10天不換股。盈利部位如聯茂獲利11.03%已觸發停利，賣出523股實現部分獲利，保留部位參與後續漲幅；潤泰全因重大負面新聞營收月增率-29.73%，年增率-64.02%，觸發風險警示，先減碼一半保留觀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-38,016 元（-0.38%），已實現 -582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0.38%；只有正報酬才列入排名，補回虧損是第一優先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+5.10%（約 +508,018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進攻籃最佳替換候選：1303 南亞，一個月預期報酬 +16.19%，創新高機率 93.5%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穩健籃最佳替換候選：00922 國泰台灣領袖50，一個月預期報酬 +3.41%，收正報酬機率 76.8%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【續抱】5880 合庫金（+7,505 元）：買進第 4 個交易日，未滿 10 個交易日不換股、不因分數小幅轉弱賣出（模型排名每天都會小幅變動，來回換股要付約 0.58% 成本）；跌破停損 25.28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【續抱】2889 國票金（+18,617 元）：買進第 4 個交易日，未滿 10 個交易日不換股、不因分數小幅轉弱賣出（模型排名每天都會小幅變動，來回換股要付約 0.58% 成本）；跌破停損 15.43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【續抱】2845 遠東銀（-689 元）：買進第 4 個交易日，未滿 10 個交易日不換股、不因分數小幅轉弱賣出（模型排名每天都會小幅變動，來回換股要付約 0.58% 成本）；跌破停損 12.6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【續抱】2915 潤泰全（+19,151 元）：買進第 4 個交易日，未滿 10 個交易日不換股、不因分數小幅轉弱賣出（模型排名每天都會小幅變動，來回換股要付約 0.58% 成本）；跌破停損 55.39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【續抱並可加碼】3189 景碩（-15,183 元）：模型排名仍在全市場前 2%、股價在月線之上、虧損未擴大，權重 17.7%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【續抱並可加碼】3591 艾笛森（+8,775 元）：模型排名仍在全市場前 8%、股價在月線之上、虧損未擴大，權重 6.0%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【續抱並可加碼】1560 中砂（-11,719 元）：模型排名仍在全市場前 8%、股價在月線之上、虧損未擴大，權重 10.6%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【續抱】6196 帆宣（+24,212 元）：買進第 4 個交易日，未滿 10 個交易日不換股、不因分數小幅轉弱賣出（模型排名每天都會小幅變動，來回換股要付約 0.58% 成本）；跌破停損 599.23 才出場。提醒：已獲利 +3.22%，1303 南亞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【續抱】6213 聯茂（+125,769 元）：買進第 4 個交易日，未滿 10 個交易日不換股、不因分數小幅轉弱賣出（模型排名每天都會小幅變動，來回換股要付約 0.58% 成本）；跌破停損 639.23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【續抱並可加碼】2103 台橡（-1,027 元）：模型排名仍在全市場前 9%、股價在月線之上、虧損未擴大，權重 0.9%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【續抱】2360 致茂（-285 元）：買進第 1 個交易日，未滿 10 個交易日不換股、不因分數小幅轉弱賣出（模型排名每天都會小幅變動，來回換股要付約 0.58% 成本）；跌破停損 2069.91 才出場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2026-10-12　|　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費城半導體下跌0.41%對景碩、中砂、帆宣、聯茂、致茂影響不利，景碩影響達-1.48%，中砂-1.17%，帆宣-1.35%，聯茂-1.18%，致茂-1.75%，決策為嚴守停損、暫停加碼；原油下跌0.84%對艾笛森、帆宣、聯茂、致茂有利，艾笛森+0.51%、帆宣+0.8%、聯茂+0.74%、致茂+0.57%，決策為支持續抱；黃金上漲0.12%對遠東銀、景碩、帆宣、台橡、致茂有利，遠東銀+0.12%、景碩+0.88%、帆宣+0.5%、台橡+0.52%、致茂+0.57%，決策為支持續抱；美元兌台幣下跌0.03%對景碩有利+0.68%，決策為支持續抱；VIX上升3.84%對多檔影響偏不利，景碩-0.99%、中砂-1.0%、帆宣-1.31%、聯茂-1.2%、致茂-1.37%，決策為觀察或減碼一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全球債市拋售導致公債殖利率飆升，8大經濟體升息預期降溫 → 美國10年債殖利率↓：預估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歐盟擬設中國混動車進口配額，最快12月生效 → 費城半導體↓：預估 -70,571 元（-0.71%）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川普宣布俄烏能源停火提議拖累油價 → 西德州原油↓：預估 +18,321 元（+0.18%）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中國狂掃黃金，專家曝買盤強勁支撐金價，金價可衝5500美元 → 黃金↑：預估 +20,504 元（+0.21%）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韓元因國際油價下跌和南韓企業拋售美元而飆升至兩年新高 → 美元兌台幣↓：預估 +11,981 元（+0.12%）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美光單季賺贏蘋果，記憶體缺貨讓晶片供應商掌握定價權 → 費城半導體↑：預估 +70,571 元（+0.71%）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亞馬遜傳砸70億美元收購AI新創Decart，搶攻AI晶片切換技術 → 費城半導體↑：預估 +70,571 元（+0.71%）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全球利率上升與美調查科技廠衝擊，中國股市持續走跌 → VIX恐慌指數↑：預估 -61,880 元（-0.62%）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國際事件：全球債市拋售導致公債殖利率飆升，8大經濟體升息預期降溫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2026-10-12　|　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-0.0242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0.0036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-0.0754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0.0746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-0.1208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國際事件：歐盟擬設中國混動車進口配額，最快12月生效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2026-10-12　|　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0.0442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0.0384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0.0706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-26,076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999.0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-2,748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0.4067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-1.17%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-12,301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936.69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0.4694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-10,464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599.23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0.4094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-1.18%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-14,941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639.23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0.6105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-1.75%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-326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2069.91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國際事件：川普宣布俄烏能源停火提議拖累油價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2026-10-12　|　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-0.0198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+3,047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-0.1097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+6,201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-0.2172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+9,370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+0.57%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+106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2026-10-12　|　14</a:t>
            </a:r>
          </a:p>
        </p:txBody>
      </p:sp>
      <p:pic>
        <p:nvPicPr>
          <p:cNvPr id="5" name="Picture 4" descr="2026-10-12_盤後檢討與隔日預掛單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654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20.8%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2026-10-12　|　15</a:t>
            </a:r>
          </a:p>
        </p:txBody>
      </p:sp>
      <p:pic>
        <p:nvPicPr>
          <p:cNvPr id="5" name="Picture 4" descr="2026-10-12_盤後檢討與隔日預掛單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2026-10-12　|　16</a:t>
            </a:r>
          </a:p>
        </p:txBody>
      </p:sp>
      <p:pic>
        <p:nvPicPr>
          <p:cNvPr id="5" name="Picture 4" descr="2026-10-12_盤後檢討與隔日預掛單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344240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2026-10-12　|　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 張+172股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418,845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張+523股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797.0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421,538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進攻｜00934 中信成長高股息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29.52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330,000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進攻｜0050 元大台灣50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張+542股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111.05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177,176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2915 潤泰全｜7 張 + 172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2026-10-12　|　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風險警示：重大負面新聞：營收月增率-29.73%，年增率-64.02%；先減碼一半，保留部位觀察後續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觸發條件中最嚴重者決定賣出比例：50%；限價取最近價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7,173 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聯茂｜0 張 + 523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2026-10-12　|　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進攻籃第 1 段停利：報酬 +11.03% ≥ 10%；同時風險警示：列為處置股（連續三次及當日沖銷標準，115/10/08～115/10/19）：改為分盤撮合、可能需預收款，流動性變差，減碼三分之一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持有 1,571 股 × 33% = 524 股，取整為 523 股（零股）；先實現部分獲利、保留其餘部位參與後續漲幅，停損上移至成本價保本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1,048 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買進【ETF籃】00934 中信成長高股息｜11 張｜限價 30.0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2026-10-12　|　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選擇中信成長高息ETF，因ETF分數+0.99達門檻，一個月創新高機率66.9%，預期超額報酬+2.03%，風險預算可買47萬股但受籃上限與資金限制實際買11張，停損29.52元，首段停利31.8元賣出3張又666股。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籃】高股息型 ETF，ETF 分數 +0.99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66.9%（全市場基準 20.8%，排名前 13%），預期超額報酬 +2.03%（排名前 56%）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-3.1%（52 週高 30.95，現價 30.0）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-0.4%、近 60 日 +9.8%，相對大盤 20 日 -5.1%、60 日 -0.5%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896,579 元（已持有 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9,961,984 元 × 每筆風險 1.5% × 信心係數 1.50（由ETF 分數 +0.99 換算）= 224,145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0.47 與距 10 日低點 29.56 的距離 0.44 之較大者 = 0.47 元（進場 30.00 → 停損 29.52 元，1.6%）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224,145 ÷ 0.47 = 474,022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受「ETF籃單檔上限 15%」限制，下修至 49,810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38,741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11,000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30.0 與前一日收盤 30.0 的較低者 = 30.0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取整後：11 張（11,000 股），金額約 330,000 元，佔總資產 3.3%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68 股只有 2,040 元，低於 14,035 元會被最低手續費 20 元拉高費率（約 0.98%），所以不買零股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+0.99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【多買】日均波動（ATR）0.8%，波動溫和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72.9%，可提高「正報酬晉級」機率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-1.7%，下檔有限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【少買】已達ETF籃單檔上限，分散風險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29.52 元全數賣出 11 張（11,000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31.8 元（+6%）賣出 3 張又 666 股（共 3,666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33.6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買進【ETF籃】0050 元大台灣50｜1 張 + 542 股｜限價 114.9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2026-10-12　|　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選擇元大台灣50ETF，因ETF分數+0.97達門檻，一個月創新高機率90.8%，預期超額報酬+3.54%，風險預算可買58萬股但受籃上限與資金限制實際買1張又542股，停損111.05元，首段停利121.75元賣出513股。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籃】市值型型 ETF，ETF 分數 +0.97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90.8%（全市場基準 20.8%，排名前 3%），預期超額報酬 +3.54%（排名前 34%）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-1.4%（52 週高 116.6，現價 114.95），正處於創高區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+4.8%、近 60 日 +10.1%，相對大盤 20 日 +0.1%、60 日 -0.1%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896,579 元（已持有 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9,961,984 元 × 每筆風險 1.5% × 信心係數 1.50（由ETF 分數 +0.97 換算）= 224,145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3.02 與距 10 日低點 111.05 的距離 3.85 之較大者 = 3.85 元（進場 114.90 → 停損 111.05 元，3.4%）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224,145 ÷ 3.85 = 58,219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受「ETF籃單檔上限 15%」限制，下修至 13,005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10,115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1,542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115.08 與前一日收盤 114.94999694824219 的較低者 = 114.9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 張又 542 股（共 1,542 股），金額約 177,176 元，佔總資產 1.8%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+0.97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【多買】日均波動（ATR）1.3%，波動溫和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73.9%，可提高「正報酬晉級」機率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-2.2%，下檔有限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【少買】已達ETF籃單檔上限，分散風險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111.05 元全數賣出 1 張又 542 股（共 1,542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121.75 元（+6%）賣出 513 股（零股），停損上移至成本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128.65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2026-10-12　|　22</a:t>
            </a:r>
          </a:p>
        </p:txBody>
      </p:sp>
      <p:pic>
        <p:nvPicPr>
          <p:cNvPr id="5" name="Picture 4" descr="2026-10-12_盤後檢討與隔日預掛單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022592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期貨戶轉入證券戶：85,440 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2026-10-12　|　23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80.3%（建倉期至 10/16，不罰）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78.8%（目標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11 檔＋本次建議 = 13 檔；執行後持有 13 檔（第三週 10/19 起才檢查）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73 筆＋本次建議 4 筆 = 77 筆；剩餘 34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0 元 / 上限 2,988,595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-0.38%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2026-10-12　|　24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920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81.5% / 30.7%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2026-10-12　|　25</a:t>
            </a:r>
          </a:p>
        </p:txBody>
      </p:sp>
      <p:pic>
        <p:nvPicPr>
          <p:cNvPr id="5" name="Picture 4" descr="2026-10-12_盤後檢討與隔日預掛單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