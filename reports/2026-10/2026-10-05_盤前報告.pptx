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2026-10-05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盤前報告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2026-10-05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2026-10-05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1,000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+0.00%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100.0%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C8423B"/>
                </a:solidFill>
                <a:latin typeface="Microsoft JhengHei"/>
                <a:ea typeface="Microsoft JhengHei"/>
              </a:rPr>
              <a:t>+0.13%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隔夜顯著上揚，費城半導體指數漲2.4%，那斯達克漲1.19%，標普500漲0.73%，台幣兌美元微升0.06%，美10年債殖利率上揚0.76%，原油下跌0.71%，黃金上漲0.58%。台股盤中連續創高，受台積電帶動及AI供應鏈資金集中，法人及外資持續買超，市場挑戰5萬點關卡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台股開盤預估上揚0.13%，盤中震盪為主，模型開盤命中率達80.0%。受台積電ADR漲近3%及美股反彈影響，多頭氣勢強勁，預計台股將持續向上測試5萬點關卡。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1／警告 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2026-10-05　|　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【嚴重】2890 永豐金：重大負面新聞：永豐金控公告本公司現金增資發行新股6.4億股 → 暫緩買進，等利空明朗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【警告】2886 兆豐金：負面新聞：兆豐國際商業銀行公告授信資產之轉讓 → 減半買進（12 張又 909 股（共 12,909 股））或等回測支撐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【警告】2880 華南金：負面新聞：代子公司華南商業銀行(股)公司公告擬出售不良債權 → 減半買進（14 張又 62 股（共 14,062 股））或等回測支撐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【警告】3189 景碩：負面新聞：係因本公司有價證券於集中交易市場達公布注意交易資訊標準，故公布相關財務業務等重大訊息 → 減半買進（507 股（零股））或等回測支撐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【警告】6213 聯茂：負面新聞：本公司有價證券於集中交易市場達公布注意交易資訊標準 故公布相關財務業務等重大訊息 → 減半買進（791 股（零股））或等回測支撐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【警告】交易過的標的 0／5 檔，還差 5 檔：每日收盤追蹤「交易過的標的數目」，未達每次扣報酬率 0.2%（建倉期至 10/18 不罰） → 建倉期結束前至少成交 5 檔不同標的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【提醒】電子零組件業 11 檔漲停：同產業集體漲停：臻鼎-KY、華新科、泰鼎-KY、千如、凱崴、好德 → 題材發酵中，但不追漲停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【提醒】半導體業 9 檔漲停：同產業集體漲停：環球晶、穩懋、南茂、環宇-KY、漢磊、IET-KY → 題材發酵中，但不追漲停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56／跌停 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2026-10-05　|　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跌停｜6949 沛爾生醫*-創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創新板股票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可能原因（新聞）：沛爾生醫*-創 更正本公司115年第二季合併財務報告部分內容 - cmoney.tw；盤中速報 - 沛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跌停｜8084 巨虹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電子通路業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可能原因（新聞）：連吞6根跌停！「最慘記憶體股」巨虹自結8月每股虧0.25元 年減逾8成 - Yahoo股市；巨虹(80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跌停｜4806 桂田文創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文化創意業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可能原因（新聞）：【桂田文創法說會重點內容備忘錄】未來展望趨勢 20260930 - 富果直送；桂田文創 2026-09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跌停｜3629 地心引力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文化創意業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可能原因（新聞）：董事會：地心引力(3629)決議11/17召開115年股東臨時會 - 富聯網；董事會：地心引力(362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漲停｜4958 臻鼎-KY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可能原因（新聞）：臻鼎-KY(4958) 今日股價與討論 - 股市爆料同學會 - cmoney.tw；三大法人買賣超 –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漲停｜2492 華新科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可能原因（新聞）：被動元件紅通通！華新科連2燈、國巨飆一個半月新高 分析師這樣看 - Yahoo股市；華新科(2492)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漲停｜6488 環球晶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可能原因（新聞）：環球晶Q3、Q4獲利預估遭下修甭慌新長約洽談中12吋矽晶圓後市法人看好- 日報 - ctee.com.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漲停｜3105 穩懋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可能原因（新聞）：穩懋亮燈漲停！「1變化」須留意 - 三立新聞網SETN.com；【11:05 即時新聞】穩懋(3105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漲停｜3081 聯亞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可能原因（新聞）：聯亞(3081)EPS查詢｜歷年每股盈餘與最新季報預估 - 股市爆料同學會 - cmoney.tw；盤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漲停｜8150 南茂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可能原因（新聞）：歐系外資調升南茂目標 SiPh 光學凸塊業務有望貢獻明年營收 - 經濟日報；南茂(8150)千張大戶與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漲停｜6442 光聖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可能原因（新聞）：光聖(6442) 今日股價與討論 - 股市爆料同學會 - cmoney.tw；【11:20 即時新聞】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漲停｜3163 波若威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可能原因（新聞）：【12:13 即時新聞】波若威(3163)盤中走強，光通訊與CPO題材續受關注 - CMoney投資網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58%／穩健 32%／ETF 10%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2026-10-05　|　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基準配置：進攻籃 60%、穩健籃 40%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大盤健康上漲 → 進攻 +5%：站上季線 +6.7%、20 日漲幅 +5.0%，且模型無重大失誤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65%、穩健籃 35%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59%、穩健籃 32%、ETF 籃 10%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15%（分散個股風險、證交稅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大盤健康上漲 → ETF −5%，資金優先給個股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10%（佔股票＋ETF 目標持股；基準 15%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526 萬，執行後佔總資產 58.5%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進攻籃買進：3189 景碩、3037 欣興、3591 艾笛森、6213 聯茂、1560 中砂、1303 南亞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284 萬，執行後佔總資產 31.5%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穩健籃買進：2886 兆豐金、2880 華南金、2890 永豐金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90 萬，執行後佔總資產 10.0%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籃買進：00731 復華富時高息低波、0050 元大台灣50、00757 統一FANG+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進攻籃佔比58.47%，穩健籃佔比31.5%，ETF籃佔比10.0%。進攻籃提升5%因大盤健康上漲站上季線及20日漲幅，穩健籃相應降低。進攻籃主要買入景碩、欣興、艾笛森、聯茂等半導體及電子零組件股，穩健籃買入兆豐金、華南金、永豐金等金融股，ETF籃買入復華富時高息低波、元大台灣50、統一FANG+，以分散風險並配合市場動能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2026-10-05　|　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00940 元大台灣價值高息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2886 兆豐金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00882 中信中國高股息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00900 富邦特選高股息30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00731 復華富時高息低波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79.1%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2880 華南金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00961 FT臺灣永續高息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65.5%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2890 永豐金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00757 統一FANG+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0056 元大高股息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00939 統一台灣高息動能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期貨與選擇權判斷：期貨不操作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2026-10-05　|　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+0.00%、距高點回撤 +0.00%、剩 38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正常狀態：訊號夠強時以小部位放大報酬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61.4%（模型估計，不是保證）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做多：樣本外命中率 60.6%（基準 63.9%）、平均每次 +0.85%（一直做多 +0.77%），沒有擇時優勢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0 次，少於 20 次，證據不足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目前沒有足夠的擇時優勢，不建議做多或放空期貨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為何今日會漲／會跌（2026-10-02）｜候選股示範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2026-10-05　|　8</a:t>
            </a:r>
          </a:p>
        </p:txBody>
      </p:sp>
      <p:pic>
        <p:nvPicPr>
          <p:cNvPr id="5" name="Picture 4" descr="2026-10-05_盤前報告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589520" cy="469601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景碩：今日上漲 +3.96%，主因為「個股特有因素」（+2.66%）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3311 閎暉：今日上漲 +9.97%，主因為「個股特有因素」（+8.36%）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3037 欣興：今日上漲 +7.41%，主因為「個股特有因素」（+5.71%）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3591 艾笛森：今日上漲 +5.20%，主因為「個股特有因素」（+4.07%）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6213 聯茂：今日上漲 +6.39%，主因為「個股特有因素」（+4.76%）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2026-10-05　|　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+3.96%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+0.46%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+2.66%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3311 閎暉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+9.97%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+7.41%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+0.42%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+1.28%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+5.71%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+5.20%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+6.39%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+1.28%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+4.76%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36576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台股今日上漲2.03%，主要受台積電帶動及AI供應鏈資金集中推動。大盤上漲貢獻約0.25%，半導體業中位數上漲1.13%，個股特有因素為主要驅動力。景碩上漲3.96%，受法人買超及個股動能帶動；欣興上漲7.41%，受三大法人大幅買超及電子零組件業景氣提升影響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2026-10-05　|　10</a:t>
            </a:r>
          </a:p>
        </p:txBody>
      </p:sp>
      <p:pic>
        <p:nvPicPr>
          <p:cNvPr id="5" name="Picture 4" descr="2026-10-05_盤前報告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2026-10-05　|　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投資組合未持有任何股票，累積損益為0元。將依照建議進場買進進攻籃與穩健籃各類股票，設定停損與停利點位，若股價觸及停損則全數賣出，若達到第一段停利則賣出部分並將停損上移至成本，以鎖定利潤並讓剩餘部位持續獲利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+0 元（+0.00%），已實現 +0 元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進攻籃最佳替換候選：3066 李洲，一個月預期報酬 +17.79%，創新高機率 80.5%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穩健籃最佳替換候選：00939 統一台灣高息動能，一個月預期報酬 +5.00%，收正報酬機率 80.6%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目前無持股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2026-10-05　|　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美國9月非農就業人數遠低於預期，降低聯準會升息預期，對台股利多，預期帶動資金流入風險資產。OPEC+維持石油產量政策不變，對原油影響中性，對台股影響有限。英國擬對中國電動車加徵關稅，可能對相關供應鏈股票造成不利影響，需觀察後續發展。台積電股價創歷史新高，帶動台股盤中大漲，是今日台股上漲的主要驅動力。台指期夜盤大漲677點，帶動早盤上漲，預期將持續支撐台股強勢。美元兌台幣微升，對出口型股票略有不利影響，但幅度有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美國9月非農就業人數僅新增2.9萬人，遠低於預期的9萬人，市場預期聯準會升息機率降低 → 美國10年債殖利率↓：預估 +0 元（+0.00%）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OPEC+同意將11月石油產量政策維持不變 → 西德州原油↑：預估 -12,300 元（-0.12%）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英國擬對中國電動車加徵關稅 最高45% → 標普500↓：預估 -47,100 元（-0.47%）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台積電股價創歷史新高2580元，帶動台股盤中漲逾千點站上49601點 → 費城半導體↑：預估 +52,200 元（+0.52%）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台指期夜盤狂飆677點，帶動台股早盤大漲 → 標普500↑：預估 +47,100 元（+0.47%）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美股那斯達克指數與標普500指數在上周雙雙來到歷史高點附近 → 標普500↑：預估 +47,100 元（+0.47%）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美元優存利率最高12% → 美元兌台幣↑：預估 -6,900 元（-0.07%）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新台幣開盤升2分為31.81元 → 美元兌台幣↓：預估 +6,900 元（+0.07%）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國際事件：美國9月非農就業人數僅新增2.9萬人，遠低於預期的9萬人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2026-10-05　|　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-0.0638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3311 閎暉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-0.0172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-0.03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-0.0837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國際事件：OPEC+同意將11月石油產量政策維持不變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2026-10-05　|　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-0.1001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3311 閎暉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-0.04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-0.1341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-0.09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-0.2097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-7,200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國際事件：英國擬對中國電動車加徵關稅 最高45%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2026-10-05　|　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1.5621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-12,800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—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3311 閎暉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0.1682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+0.05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2.0531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-1.68%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-16,800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—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1.5943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-13,100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—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2026-10-05　|　16</a:t>
            </a:r>
          </a:p>
        </p:txBody>
      </p:sp>
      <p:pic>
        <p:nvPicPr>
          <p:cNvPr id="5" name="Picture 4" descr="2026-10-05_盤前報告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641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20.9%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2026-10-05　|　17</a:t>
            </a:r>
          </a:p>
        </p:txBody>
      </p:sp>
      <p:pic>
        <p:nvPicPr>
          <p:cNvPr id="5" name="Picture 4" descr="2026-10-05_盤前報告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2026-10-05　|　18</a:t>
            </a:r>
          </a:p>
        </p:txBody>
      </p:sp>
      <p:pic>
        <p:nvPicPr>
          <p:cNvPr id="5" name="Picture 4" descr="2026-10-05_盤前報告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576060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2026-10-05　|　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穩健｜2886 兆豐金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25 張+819股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48.8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46.25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1,259,967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12.6%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穩健｜2880 華南金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 張+125股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1,260,000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穩健｜2890 永豐金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 張+318股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44.0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41.45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629,992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進攻｜00731 復華富時高息低波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張+907股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97.15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94.85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282,415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進攻｜0050 元大台灣50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 張+180股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112.8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107.8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358,704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進攻｜00757 統一FANG+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張+489股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139.05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358,665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張+14股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1065.0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958.0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1,079,910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進攻｜3037 欣興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張+811股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1325.0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1190.0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1,074,575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 張+638股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28.7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25.8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592,311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張+582股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664.0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1,050,448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張+34股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993.0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893.0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1,026,762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進攻｜1303 南亞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 張+899股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1,023,488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買進【穩健籃】2886 兆豐金｜25 張 + 819 股｜限價 48.8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2026-10-05　|　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選擇兆豐金因穩健分數達標且法人連續買超，買25張819股設停損46.25元，漲6%第一目標賣出部分，漲12%第二目標再賣剩餘50%。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+0.83 達門檻（+0.20）；一個月收正報酬機率 70.0%、預期最大回檔 -3.9%，且未過熱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70.0%（全市場基準 54.2%），預期最大回檔 -3.9%（回檔幅度排名全市場最小的前 10%）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-0.09（大盤漲跌 1% 時約變動 -0.09%），日波動 1.54%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位置：股價相對月線 -3.1%、RSI14 = 44.4，未過熱、不追高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32% → 目標金額 2,835,000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10,000,000 元 × 每筆風險 1.5% × 信心係數 1.50（由穩健分數 +0.83 換算）= 225,000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2.52 與距 10 日低點 48.35 的距離 0.45 之較大者 = 2.52 元（進場 48.80 → 停損 46.25 元，5.2%）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225,000 ÷ 2.52 = 89,235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受「穩健籃單檔上限 20%」限制，下修至 40,984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15,164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48.85 與前一日收盤 48.849998474121094 的較低者 = 48.8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取整後：25 張又 819 股（共 25,819 股），金額約 1,259,967 元，佔總資產 12.6%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+0.83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【多買】日均波動（ATR）2.6%，波動溫和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70.0%，可提高「正報酬晉級」機率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-3.9%，下檔有限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【少買】已達穩健籃單檔上限，分散風險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46.25 元全數賣出 25 張又 819 股（共 25,819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51.7 元（+6%）賣出 8 張又 605 股（共 8,605 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54.6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買進【穩健籃】2880 華南金｜28 張 + 125 股｜限價 44.8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2026-10-05　|　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選擇華南金因穩健分數達標且月營收年增良好，買28張125股設停損42.4元，漲6%第一目標賣出部分，漲12%第二目標再賣剩餘50%。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+0.70 達門檻（+0.20）；一個月收正報酬機率 71.9%、預期最大回檔 -4.4%，且未過熱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71.9%（全市場基準 54.2%），預期最大回檔 -4.4%（回檔幅度排名全市場最小的前 13%）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0.01（大盤漲跌 1% 時約變動 0.01%），日波動 1.31%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位置：股價相對月線 -1.8%、RSI14 = 52.1，未過熱、不追高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32% → 目標金額 2,835,000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10,000,000 元 × 每筆風險 1.5% × 信心係數 1.38（由穩健分數 +0.70 換算）= 206,625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2.38 與距 10 日低點 44.00 的距離 0.80 之較大者 = 2.38 元（進場 44.80 → 停損 42.40 元，5.3%）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206,625 ÷ 2.38 = 86,869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受「穩健籃單檔上限 20%」限制，下修至 44,643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16,518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44.88 與前一日收盤 44.849998474121094 的較低者 = 44.8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取整後：28 張又 125 股（共 28,125 股），金額約 1,260,000 元，佔總資產 12.6%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+0.70 高，信心係數 1.38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【多買】日均波動（ATR）2.7%，波動溫和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71.9%，可提高「正報酬晉級」機率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-4.4%，下檔有限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【少買】已達穩健籃單檔上限，分散風險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42.40 元全數賣出 28 張又 125 股（共 28,125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47.45 元（+6%）賣出 9 張又 374 股（共 9,374 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50.1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買進【穩健籃】2890 永豐金｜14 張 + 318 股｜限價 44.0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2026-10-05　|　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選擇永豐金因穩健分數達標且基本面月營收年增高，買14張318股設停損41.45元，漲6%第一目標賣出部分，漲12%第二目標再賣剩餘50%。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+0.67 達門檻（+0.20）；一個月收正報酬機率 73.6%、預期最大回檔 -4.5%，且未過熱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73.6%（全市場基準 54.2%），預期最大回檔 -4.5%（回檔幅度排名全市場最小的前 15%）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0.24（大盤漲跌 1% 時約變動 0.24%），日波動 1.38%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位置：股價相對月線 -0.4%、RSI14 = 55.4，未過熱、不追高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32% → 目標金額 2,835,000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10,000,000 元 × 每筆風險 1.5% × 信心係數 1.34（由穩健分數 +0.67 換算）= 201,188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2.52 與距 10 日低點 43.05 的距離 0.95 之較大者 = 2.52 元（進場 44.00 → 停損 41.45 元，5.7%）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201,188 ÷ 2.52 = 79,791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受「產業上限 50%（金融保險）」限制，下修至 22,727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8,409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44.06 與前一日收盤 44.04999923706055 的較低者 = 44.0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取整後：14 張又 318 股（共 14,318 股），金額約 629,992 元，佔總資產 6.3%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+0.67 高，信心係數 1.34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【多買】日均波動（ATR）2.9%，波動溫和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73.6%，可提高「正報酬晉級」機率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-4.5%，下檔有限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+49.5%，基本面支撐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41.45 元全數賣出 14 張又 318 股（共 14,318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46.6 元（+6%）賣出 4 張又 772 股（共 4,772 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49.25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買進【ETF籃】00731 復華富時高息低波｜2 張 + 907 股｜限價 97.15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2026-10-05　|　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選擇復華富時高息低波ETF因分數達標且處於創高區，買2張907股設停損94.85元，漲6%第一目標賣出零股，漲12%第二目標再賣剩餘50%。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籃】高股息型 ETF，ETF 分數 +1.00 達門檻（+0.15）；分散個股風險、證交稅 0.1%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73.4%（全市場基準 20.9%，排名前 11%），預期超額報酬 +4.27%（排名前 30%）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-2.7%（52 週高 100.2，現價 97.5），正處於創高區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+1.1%、近 60 日 +10.3%，相對大盤 20 日 -1.9%、60 日 +6.4%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籃子配置：ETF籃佔目標持股 10% → 目標金額 900,000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10,000,000 元 × 每筆風險 1.5% × 信心係數 1.50（由ETF 分數 +1.00 換算）= 225,000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2.26 與距 10 日低點 96.65 的距離 0.50 之較大者 = 2.26 元（進場 97.15 → 停損 94.85 元，2.3%）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225,000 ÷ 2.26 = 99,684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608 張 × 2%）」限制，下修至 12,154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ETF籃合計超過籃子上限，等比例下修 9,247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97.18 與前一日收盤 97.1500015258789 的較低者 = 97.15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 張又 907 股（共 2,907 股），金額約 282,415 元，佔總資產 2.8%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【多買】ETF 分數 +1.00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【多買】日均波動（ATR）1.2%，波動溫和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79.1%，可提高「正報酬晉級」機率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-1.6%，下檔有限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94.85 元全數賣出 2 張又 907 股（共 2,907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102.95 元（+6%）賣出 968 股（零股），停損上移至成本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108.8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買進【ETF籃】0050 元大台灣50｜3 張 + 180 股｜限價 112.8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2026-10-05　|　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選擇元大台灣50ETF因分數達標且多頭排列，買3張180股設停損107.8元，漲6%第一目標賣出1張59股，漲12%第二目標再賣剩餘50%。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籃】市值型型 ETF，ETF 分數 +0.97 達門檻（+0.15）；分散個股風險、證交稅 0.1%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92.8%（全市場基準 20.9%，排名前 3%），預期超額報酬 +2.17%（排名前 56%）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-0.8%（52 週高 113.75，現價 112.9），正處於創高區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+4.1%、近 60 日 +4.3%，相對大盤 20 日 +1.1%、60 日 +0.4%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籃子配置：ETF籃佔目標持股 10% → 目標金額 900,000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10,000,000 元 × 每筆風險 1.5% × 信心係數 1.50（由ETF 分數 +0.97 換算）= 225,000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3.04 與距 10 日低點 107.85 的距離 4.95 之較大者 = 4.95 元（進場 112.80 → 停損 107.80 元，4.4%）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225,000 ÷ 4.95 = 45,455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受「ETF籃單檔上限 15%」限制，下修至 13,298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ETF籃合計超過籃子上限，等比例下修 10,117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112.95 與前一日收盤 112.80000305175781 的較低者 = 112.8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 張又 180 股（共 3,180 股），金額約 358,704 元，佔總資產 3.6%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【多買】ETF 分數 +0.97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【多買】日均波動（ATR）1.3%，波動溫和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76.6%，可提高「正報酬晉級」機率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-2.8%，下檔有限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【少買】已達ETF籃單檔上限，分散風險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107.80 元全數賣出 3 張又 180 股（共 3,180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119.55 元（+6%）賣出 1 張又 59 股（共 1,059 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126.3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買進【ETF籃】00757 統一FANG+｜2 張 + 489 股｜限價 144.1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2026-10-05　|　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選擇統一FANG+ETF因分數達標且處於創高區，買2張489股設停損139.05元，漲6%第一目標賣出829股零股，漲12%第二目標再賣剩餘50%。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籃】其他型 ETF，ETF 分數 +0.96 達門檻（+0.15）；分散個股風險、證交稅 0.1%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96.8%（全市場基準 20.9%，排名前 1%），預期超額報酬 +2.32%（排名前 54%）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+0.0%（52 週高 145.35，現價 145.35），正處於創高區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+4.4%、近 60 日 +12.0%，相對大盤 20 日 +1.4%、60 日 +8.1%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籃子配置：ETF籃佔目標持股 10% → 目標金額 900,000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10,000,000 元 × 每筆風險 1.5% × 信心係數 1.50（由ETF 分數 +0.96 換算）= 225,000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2.90 與距 10 日低點 139.05 的距離 5.05 之較大者 = 5.05 元（進場 144.10 → 停損 139.05 元，3.5%）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225,000 ÷ 5.05 = 44,554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受「ETF籃單檔上限 15%」限制，下修至 10,409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ETF籃合計超過籃子上限，等比例下修 7,920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145.04 與前一日收盤 144.10000610351562 的較低者 = 144.1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 張又 489 股（共 2,489 股），金額約 358,665 元，佔總資產 3.6%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【多買】ETF 分數 +0.96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【多買】日均波動（ATR）1.0%，波動溫和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73.3%，可提高「正報酬晉級」機率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-2.8%，下檔有限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【少買】已達ETF籃單檔上限，分散風險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139.05 元全數賣出 2 張又 489 股（共 2,489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152.7 元（+6%）賣出 829 股（零股），停損上移至成本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161.35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買進【進攻籃】3189 景碩｜1 張 + 14 股｜限價 1065.0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2026-10-05　|　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選擇景碩因綜合分數達標且法人連續買超7日，買1張14股設停損958元，漲10%第一目標賣出337股零股，漲20%第二目標再賣剩餘50%。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+0.80 達門檻（+0.30）；一個月模型預期超額報酬排名全市場前 1%、創新高機率 95.2%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95.2%（全市場基準 20.9%，排名前 2%），預期超額報酬 +14.57%（排名前 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-1.9%（52 週高 1070.0，現價 1050.0），正處於創高區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+24.0%、近 60 日 +52.8%，相對大盤 20 日 +19.0%、60 日 +46.2%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58% → 目標金額 5,265,000 元（已持有 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10,000,000 元 × 每筆風險 1.5% × 信心係數 1.50（由綜合分數 +0.80 換算）= 224,438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97.71 與距 10 日低點 785.00 的距離 280.00 之較大者，但不超過進場價 10%（106.50） = 106.50 元（進場 1065.00 → 停損 958.00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224,438 ÷ 106.50 = 2,107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1,093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1056.05 × (1 + 0.5%) = 1065.0，提高成交機率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 張又 14 股（共 1,014 股），金額約 1,079,910 元，佔總資產 10.8%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+0.80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7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95.2%，勝率高可多配置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+40.6%，基本面支撐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【少買】日均波動（ATR）4.7%，波動大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1070.0 元（距現價 1.9%）即確認創新高，續抱讓獲利奔跑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958.00 元全數賣出 1 張又 14 股（共 1,014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1170.0 元（+10%）賣出 337 股（零股），停損上移至成本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買進【進攻籃】3037 欣興｜0 張 + 811 股｜限價 1325.0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2026-10-05　|　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選擇欣興因綜合分數達標且法人連續買超3日，買811股零股設停損1190元，漲10%第一目標賣出270股零股，漲20%第二目標再賣剩餘50%。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+0.79 達門檻（+0.30）；一個月模型預期超額報酬排名全市場前 3%、創新高機率 97.5%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97.5%（全市場基準 20.9%，排名前 1%），預期超額報酬 +11.73%（排名前 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+0.0%（52 週高 1305.0，現價 1305.0），正處於創高區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+34.1%、近 60 日 +55.4%，相對大盤 20 日 +29.1%、60 日 +48.8%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58% → 目標金額 5,265,000 元（已持有 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10,000,000 元 × 每筆風險 1.5% × 信心係數 1.49（由綜合分數 +0.79 換算）= 223,312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113.71 與距 10 日低點 940.00 的距離 385.00 之較大者，但不超過進場價 10%（132.50） = 132.50 元（進場 1325.00 → 停損 1190.00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223,312 ÷ 132.50 = 1,685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874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1315.86 × (1 + 0.5%) = 1325.0，提高成交機率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取整後：811 股（零股），金額約 1,074,575 元，佔總資產 10.7%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+0.79 高，信心係數 1.49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3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97.5%，勝率高可多配置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+56.3%，基本面支撐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【少買】日均波動（ATR）4.4%，波動大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1305.0 元（距現價 -0.0%）即確認創新高，續抱讓獲利奔跑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1190.00 元全數賣出 811 股（零股）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1455.0 元（+10%）賣出 270 股（零股），停損上移至成本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買進【進攻籃】3591 艾笛森｜20 張 + 638 股｜限價 28.7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2026-10-05　|　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選擇艾笛森因綜合分數達標且法人連續買超4日，買20張638股設停損25.8元，漲10%第一目標賣出6張878股，漲20%第二目標再賣剩餘50%。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+0.78 達門檻（+0.30）；一個月模型預期超額報酬排名全市場前 0%、創新高機率 79.5%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79.5%（全市場基準 20.9%，排名前 9%），預期超額報酬 +16.58%（排名前 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-15.1%（52 週高 33.34，現價 28.3）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+18.6%、近 60 日 -4.0%，相對大盤 20 日 +10.3%、60 日 -12.8%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58% → 目標金額 5,265,000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10,000,000 元 × 每筆風險 1.5% × 信心係數 1.48（由綜合分數 +0.78 換算）= 221,438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3.42 與距 10 日低點 23.30 的距離 5.40 之較大者，但不超過進場價 10%（2.87） = 2.87 元（進場 28.70 → 停損 25.80 元，10.0%）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221,438 ÷ 2.87 = 77,156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2,143 張 × 2%）」限制，下修至 42,866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22,227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28.53 × (1 + 0.5%) = 28.7，提高成交機率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取整後：20 張又 638 股（共 20,638 股），金額約 592,311 元，佔總資產 5.9%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+0.78 高，信心係數 1.48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4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79.5%，勝率高可多配置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+40.6%，基本面支撐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【少買】日均波動（ATR）6.0%，波動大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33.34 元（距現價 15.1%）即確認創新高，續抱讓獲利奔跑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25.80 元全數賣出 20 張又 638 股（共 20,638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31.55 元（+10%）賣出 6 張又 878 股（共 6,878 股），停損上移至成本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買進【進攻籃】6213 聯茂｜1 張 + 582 股｜限價 664.0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2026-10-05　|　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選擇聯茂因綜合分數達標且量能放量，買1張582股設停損597元，漲10%第一目標賣出527股零股，漲20%第二目標再賣剩餘50%。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+0.76 達門檻（+0.30）；一個月模型預期超額報酬排名全市場前 2%、創新高機率 94.0%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94.0%（全市場基準 20.9%，排名前 3%），預期超額報酬 +12.51%（排名前 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-2.4%（52 週高 700.0，現價 683.0），正處於創高區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+27.4%、近 60 日 +80.2%，相對大盤 20 日 +22.4%、60 日 +73.6%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58% → 目標金額 5,265,000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10,000,000 元 × 每筆風險 1.5% × 信心係數 1.46（由綜合分數 +0.76 換算）= 218,250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75.86 與距 10 日低點 495.00 的距離 169.00 之較大者，但不超過進場價 10%（66.40） = 66.40 元（進場 664.00 → 停損 597.00 元，10.0%）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218,250 ÷ 66.40 = 3,287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1,704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進場價：RSI14 = 76.3 &gt; 75 偏熱，不追價：限價設在前一日收盤 683.0 − 0.5×ATR 37.93 = 664.0，等回檔才買（可能當日不成交）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 張又 582 股（共 1,582 股），金額約 1,050,448 元，佔總資產 10.5%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+0.76 高，信心係數 1.46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94.0%，勝率高可多配置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+97.9%，基本面支撐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【少買】日均波動（ATR）5.6%，波動大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【少買】RSI14 = 76.3 偏熱，限價等回檔，可能買不到或買得少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700.0 元（距現價 2.4%）即確認創新高，續抱讓獲利奔跑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597.00 元全數賣出 1 張又 582 股（共 1,582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730.0 元（+10%）賣出 527 股（零股），停損上移至成本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買進【進攻籃】1560 中砂｜1 張 + 34 股｜限價 993.0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2026-10-05　|　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選擇中砂因綜合分數達標且法人連續買超8日，買1張34股設停損893元，漲10%第一目標賣出344股零股，漲20%第二目標再賣剩餘50%。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+0.74 達門檻（+0.30）；一個月模型預期超額報酬排名全市場前 9%、創新高機率 94.0%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94.0%（全市場基準 20.9%，排名前 3%），預期超額報酬 +7.89%（排名前 9%）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-1.5%（52 週高 1030.0，現價 1015.0），正處於創高區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+44.2%、近 60 日 +45.0%，相對大盤 20 日 +39.2%、60 日 +38.4%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58% → 目標金額 5,265,000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10,000,000 元 × 每筆風險 1.5% × 信心係數 1.42（由綜合分數 +0.74 換算）= 213,375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87.14 與距 10 日低點 750.00 的距離 243.00 之較大者，但不超過進場價 10%（99.30） = 99.30 元（進場 993.00 → 停損 893.00 元，10.0%）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213,375 ÷ 99.30 = 2,149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1,114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進場價：RSI14 = 77.9 &gt; 75 偏熱，不追價：限價設在前一日收盤 1015.0 − 0.5×ATR 43.57 = 993.0，等回檔才買（可能當日不成交）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 張又 34 股（共 1,034 股），金額約 1,026,762 元，佔總資產 10.3%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+0.74 高，信心係數 1.42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8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94.0%，勝率高可多配置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+30.1%，基本面支撐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【少買】日均波動（ATR）4.3%，波動大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【少買】RSI14 = 77.9 偏熱，限價等回檔，可能買不到或買得少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1030.0 元（距現價 1.5%）即確認創新高，續抱讓獲利奔跑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893.00 元全數賣出 1 張又 34 股（共 1,034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1090.0 元（+10%）賣出 344 股（零股），停損上移至成本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買進【進攻籃】1303 南亞｜3 張 + 899 股｜限價 262.5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2026-10-05　|　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選擇南亞因綜合分數達標且籌碼面法人大幅買超，買3張899股設停損236元，漲10%第一目標賣出1張299股，漲20%第二目標再賣剩餘50%。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+0.73 達門檻（+0.30）；一個月模型預期超額報酬排名全市場前 8%、創新高機率 92.4%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92.4%（全市場基準 20.9%，排名前 4%），預期超額報酬 +8.24%（排名前 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-1.9%（52 週高 265.0，現價 260.0），正處於創高區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+9.5%、近 60 日 +56.2%，相對大盤 20 日 +4.5%、60 日 +49.6%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58% → 目標金額 5,265,000 元（已持有 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10,000,000 元 × 每筆風險 1.5% × 信心係數 1.42（由綜合分數 +0.73 換算）= 212,625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26.71 與距 10 日低點 223.00 的距離 39.50 之較大者，但不超過進場價 10%（26.25） = 26.25 元（進場 262.50 → 停損 236.00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212,625 ÷ 26.25 = 8,100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4,200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260.86 × (1 + 0.5%) = 262.5，提高成交機率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 張又 899 股（共 3,899 股），金額約 1,023,488 元，佔總資產 10.2%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+0.73 高，信心係數 1.42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92.4%，勝率高可多配置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+46.8%，基本面支撐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【多買】使用融資（自備 40%）放大部位：進攻籃允許融資，且融資借款仍在總資產 30% 上限內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【少買】日均波動（ATR）5.1%，波動大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265.0 元（距現價 1.9%）即確認創新高，續抱讓獲利奔跑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236.00 元全數賣出 3 張又 899 股（共 3,899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288.5 元（+10%）賣出 1 張又 299 股（共 1,299 股），停損上移至成本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2026-10-05　|　32</a:t>
            </a:r>
          </a:p>
        </p:txBody>
      </p:sp>
      <p:pic>
        <p:nvPicPr>
          <p:cNvPr id="5" name="Picture 4" descr="2026-10-05_盤前報告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504457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期貨戶轉入證券戶：1,700,000 元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2026-10-05　|　33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0.0%（建倉期至 10/16，不罰）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100.0%（目標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0 檔＋本次建議 = 12 檔；執行後持有 12 檔（第三週 10/19 起才檢查）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0 筆＋本次建議 12 筆 = 12 筆；剩餘 38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614,093 元 / 上限 3,000,000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2026-10-05　|　34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82.6% / 31.1%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目前未偵測到重大失誤，參數維持不變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