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盤後檢討與隔日預掛單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2026-10-30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825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-17.47%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94.4%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-0.02%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主因科技巨頭財報不如預期與人工智慧資本支出燒錢疑慮，引發廣泛賣壓，Alphabet重挫12.64%、亞馬遜重挫4.25%，帶動費城半導體指數下跌1.42%，VIX恐慌指數暴漲7.27%至18.45。台股大盤重挫逾千點並失守半年線與45000點大關，外資單日大幅賣超1124億元，10月累計賣超近1兆元。匯市方面，新台幣兌美元匯率走弱至32.53，外資匯出壓力加劇；地緣政治上，美伊衝突阻礙航道推升原油價格，西德州原油來到每桶103.72美元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預測今日台股加權指數將以平盤開出（預測開盤45200.69點，跳空幅度-0.02%），開盤後走勢偏向回落。本模型的開盤跳空預測命中率達83.6%（基準59.5%），盤中走向預測命中率為66.4%（基準52.6%）。在美股科技股持續面臨估值清洗的背景下，盤中走勢宜保持謹慎防禦態度。（注意：盤後版使用的美股資料為前一晚收盤，明早 07:00 盤前報告會以最新美股重新計算）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-14.04%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922.0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-15.56%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 張又 150 股（共 2,150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-14.82%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858.0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+10.95%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24 張（24,000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+6.92%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16.95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-16.31%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570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20 張又 528 股（共 20,528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7 張又 173 股（共 7,173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3264 欣銓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-16.91%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-18.82%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-9.45%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 張（3,000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-25.81%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1735.0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8／警告 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【嚴重】3189 景碩：已跌破停損價 999.0（目前 932.0）：依紀律全數出場 → 建議賣出 1 張又 639 股（共 1,639 股）（持有 1,639 股的 100%），限價 922.0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867.0）：依紀律全數出場 → 建議賣出 1 張又 91 股（共 1,091 股）（持有 1,091 股的 100%），限價 858.0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【嚴重】6196 帆宣：已跌破停損價 599.23（目前 536.0）：依紀律全數出場 → 建議賣出 2 張又 150 股（共 2,150 股）（持有 2,150 股的 100%），限價 530.0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【嚴重】2103 台橡：已跌破停損價 27.7（目前 26.75）：依紀律全數出場 → 建議賣出 3 張（3,000 股）（持有 3,000 股的 100%），限價 26.45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致茂：跌停（1755.0，跌停價 1755.0）：跌停鎖住時通常賣不出去；若跌停打開，依下列建議賣出 → 建議賣出 8 股（零股）（持有 8 股的 100%），限價 1755.0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【嚴重】6182 合晶：已跌破停損價 97.31（目前 93.9）：依紀律全數出場 → 建議賣出 1 張（1,000 股）（持有 1,000 股的 100%），限價 92.9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【嚴重】3037 欣興：已跌破停損價 1046.11（目前 989.0）：依紀律全數出場 → 建議賣出 570 股（零股）（持有 570 股的 100%），限價 979.0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【嚴重】3264 欣銓：已跌破停損價 229.24（目前 220.5）：依紀律全數出場 → 建議賣出 1 張（1,000 股）（持有 1,000 股的 100%），限價 218.0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21／跌停 13）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跌停｜2303 聯電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可能原因（新聞）：聯電(2303)跌停原因？股價115.5元跌破半年線可以買？何時重返185元看「3大關鍵」，最新目標價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跌停｜3406 玉晶光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可能原因（新聞）：【09:49 即時新聞】玉晶光(3406)亮燈漲停，市場聚焦高速光通訊想像 - CMoney；玉晶光股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跌停｜6727 亞泰金屬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可能原因（新聞）：【09:34 即時新聞】亞泰金屬(6727)盤中強攻近一成，市場聚焦載板設備與營收動能 - CMone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跌停｜4720 德淵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可能原因（新聞）：盤中速報 - 德淵(4720)股價殺至跌停，跌停價29.25元，成交19,280張 - Trading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漲停｜3035 智原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可能原因（新聞）：智原（3035）做什麼？法說會：奪美系客戶2奈米大單，逆勢漲停原因、訂單動能一次掌握｜豐雲學堂2026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漲停｜2352 佳世達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可能原因（新聞）：無人機接單傳捷報！佳世達爆量4萬張衝漲停 分析師：轉強第一天 - Yahoo股市；【09:24 即時新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漲停｜2465 麗臺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可能原因（新聞）：麗臺 (2465) 澄清媒體報導 - GeneOnline；2465 麗臺- 單日急漲背後藏風險？麗臺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漲停｜7704 明遠精密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可能原因（新聞）：【10:48 即時新聞】明遠精密(7704)盤中小漲，延續近期半導體設備關注度 - CMoney投資網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漲停｜5013 強新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鋼鐵工業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可能原因（新聞）：【09:25 即時新聞】強新(5013)股價走強，法人說明會成盤中焦點 - CMoney投資網誌；【1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漲停｜6697 東捷資訊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資訊服務業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可能原因（新聞）：【09:14 即時新聞】東捷資訊(6697)盤中上漲逾8% 資安題材延續成盤面焦點 - CMoney投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漲停｜3332 幸康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可能原因（新聞）：【10/30 產業即時新聞】電源供應器即時股價變動：權值雙雄遭逢重擊，族群拉回修正 - CMoney投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漲停｜3321 同泰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可能原因（新聞）：3321 同泰- 今天準塞揚獎投手先發，衝啊，ㄊㄨㄥㄊㄞ～東台第三- 股市爆料同學會 - CMoney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35%／穩健 65%／ETF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紅燈：大盤轉弱（收盤 45,212 低於季線 −2%），提早轉守 → 進攻籃 40%（已持續 1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3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35%、穩健籃 65%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35%、穩健籃 65%、ETF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紅燈轉弱 → ETF +10%（分散個股下跌風險）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限制在 ETF 0%～0% 範圍內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260 萬，執行後佔總資產 34.8%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進攻籃買進：7730 暉盛-創、3105 穩懋、2607 榮運、8215 明基材、5292 華懋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483 萬，執行後佔總資產 58.5%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穩健籃買進：1615 大山、2436 偉詮電、6263 普萊德、2885 元大金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因台股大盤收盤45212點低於季線-2%，大盤燈號轉為紅燈弱勢，加上模型修正調整，今日將整體持股比例調整為進攻籃35.0%、穩健籃65.0%。進攻籃全面撤出已跌破停損價的持股，轉向買進綜合分數高且營收成長強勁的暉盛-創、穩懋、榮運、明基材與華懋。穩健籃則賣出獲利封頂標的，買進正報酬機率高、波動溫和的大山、偉詮電、普萊德及元大金，以拉高整體資產防禦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2607 榮運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航運業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00965 元大航太防衛科技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1615 大山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電器電纜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60.1%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0055 元大MSCI金融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2436 偉詮電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8215 明基材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5292 華懋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綠能環保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00919 群益台灣精選高息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-17.47%、距高點回撤 -19.08%、剩 21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70.7%（模型估計，不是保證）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64.1%（基準 62.6%）、平均每次 +0.56%（一直做多 +0.73%），沒有擇時優勢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1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補回虧損模式可考慮加碼大盤曝險，但加權指數在季線下（-2.86%），風控規定不加碼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為何今日會漲／會跌（2026-10-30）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9</a:t>
            </a:r>
          </a:p>
        </p:txBody>
      </p:sp>
      <p:pic>
        <p:nvPicPr>
          <p:cNvPr id="5" name="Picture 4" descr="2026-10-30_盤後檢討與隔日預掛單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56381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+0.35%（+2,400 元），主因為「產業因素」（+2.49%）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國票金：今日下跌 -0.29%（-2,021 元），主因為「個股特有因素」（-2.66%）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遠東銀：今日平盤 +0.00%（+0 元），主因為「產業因素」（+2.49%）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潤泰全：今日下跌 -0.52%（-2,152 元），主因為「大盤因素」（-0.48%）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-2.82%（-44,253 元），主因為「大盤因素」（-4.88%）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-3.17%（-17,449 元），主因為「產業因素」（-2.68%）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-2.82%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-44,253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-17,449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-22,911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-3.71%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+2.08%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-66,650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-7.79%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-58,000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-3.86%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-3.62%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-1,520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-3.90%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-3.90%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-4.90%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-29,070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-4.50%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3264 欣銓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949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最近一個交易日持股受大盤重挫2.49%拖累，單日產生266176元虧損。主要虧損源於大盤因素對高敏感度電子股的打壓，致茂重挫9.77%、聯茂下跌7.79%、欣銓下跌6.77%、合晶下跌6.57%、帆宣下跌5.47%及欣興下跌4.90%，大盤因素分別貢獻-3.38%至-4.88%不等的跌幅。產業因素方面，電子零組件與光電業中位數大幅回落，使艾笛森下跌3.17%；相對地，金融保險類股逆勢抗跌，產業因素貢獻+2.49%，帶動合庫金逆勢上漲0.35%、遠東銀維持平盤0.00%。個股特有因素則使國票金小跌0.29%、台橡下跌2.37%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11</a:t>
            </a:r>
          </a:p>
        </p:txBody>
      </p:sp>
      <p:pic>
        <p:nvPicPr>
          <p:cNvPr id="5" name="Picture 4" descr="2026-10-30_盤後檢討與隔日預掛單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虧損為1746693元（-17.47%），為在剩餘競賽期間補回虧損，全面執行嚴格的停損換股機制。景碩、中砂、帆宣、台橡、致茂、合晶、欣興、欣銓皆已跌破停損價，依紀律全數停損出場；聯茂與艾笛森因換股至預期報酬較高標的補回較快，亦執行換股。賣出回收資金後，進攻籃換入一個月預期超額報酬達12.98%、創新高機率達69.2%的暉盛-創；穩健籃則將合庫金、國票金、遠東銀與潤泰全等獲利落袋標的，轉投至一個月預期報酬+4.51%、正報酬機率73.5%的高股息標的及穩健候選股，以提高勝率加速回補虧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-1,746,693 元（-17.47%），已實現 -976,081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21.16%；只有正報酬才列入排名，補回虧損是第一優先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+4.92%（約 +405,899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進攻籃最佳替換候選：7730 暉盛-創，一個月預期報酬 +13.16%，創新高機率 69.2%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穩健籃最佳替換候選：00915 凱基優選高股息30，一個月預期報酬 +4.51%，收正報酬機率 73.5%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【停損換股】6196 帆宣（-212,362 元）：收盤 536.0 已跌破停損價 599.23，依紀律出場；資金轉往評分最高的候選標的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【獲利換股】5880 合庫金（+68,705 元）：已獲利 +68,705 元（+10.95%）先入袋；這檔一個月預期只剩 +0.99%，轉買 00915 凱基優選高股息30（預期 +4.51%）扣除換股成本後多 2.94%（門檻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遠東銀（+10,133 元）：已獲利 +10,133 元（+2.17%）先入袋；這檔一個月預期只剩 +1.31%，轉買 00915 凱基優選高股息30（預期 +4.51%）扣除換股成本後多 2.61%（門檻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【獲利換股】2889 國票金（+44,887 元）：已獲利 +44,887 元（+6.92%）先入袋；這檔一個月預期只剩 +1.82%，轉買 00915 凱基優選高股息30（預期 +4.51%）扣除換股成本後多 2.10%（門檻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【獲利換股】2915 潤泰全（+416 元）：已獲利 +416 元（+0.10%）先入袋；這檔一個月預期只剩 +1.89%，轉買 00915 凱基優選高股息30（預期 +4.51%）扣除換股成本後多 2.04%（門檻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【停損換股】2103 台橡（-8,377 元）：收盤 26.75 已跌破停損價 27.7，依紀律出場；資金轉往評分最高的候選標的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【停損換股】3264 欣銓（-44,878 元）：收盤 220.5 已跌破停損價 229.24，依紀律出場；資金轉往評分最高的候選標的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致茂（-4,885 元）：收盤 1755.0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【換股】6213 聯茂（-40,035 元）：7730 暉盛-創 扣除換股成本後的預期報酬比續抱高 6.73%（門檻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中砂（-164,550 元）：收盤 867.0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【停損換股】3037 欣興（-109,830 元）：收盤 989.0 已跌破停損價 1046.11，依紀律出場；資金轉往評分最高的候選標的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【停損換股】6182 合晶（-21,765 元）：收盤 93.9000015258789 已跌破停損價 97.31，依紀律出場；資金轉往評分最高的候選標的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【換股】3591 艾笛森（-37,413 元）：7730 暉盛-創 扣除換股成本後的預期報酬比續抱高 3.10%（門檻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景碩（-249,560 元）：收盤 932.0 已跌破停損價 999.0，依紀律出場；資金轉往評分最高的候選標的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美國科技巨頭財報失色與AI資本支出疑慮致費城半導體下跌1.42%，對景碩（金額-23830元）、帆宣（金額-16249元）、欣興（金額-12571元）及中砂（金額-12107元）產生負面衝擊，決策上已觸發停損出場。VIX恐慌指數大漲7.27%至18.45，對高敏感度持股如景碩（金額-16650元）、帆宣（金額-15673元）帶來短線下行壓力，決策為嚴格執行停損。地緣政治與美伊衝突阻礙航道推升原油上漲1.69%，對航運股榮運（金額+9450元）帶來正面支撐，決策上買進佈局。新台幣貶至32.53元使外資提款壓力增加，對景碩（金額-10235元）略有不利；日本央行維持利率不變及日經指數變動，則對持股帶來約125242元估計正面潛在影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美國聯準會維持利率不變並埋下升息伏筆 → 美國10年債殖利率↑：預估 -974 元（-0.01%）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日本央行維持利率不變並首度認定通膨達標 → 日經225↑：預估 +125,242 元（+1.52%）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美國科技巨頭財報與AI資本支出過高引發市場疑慮重創科技股 → 費城半導體↓：預估 -83,164 元（-1.01%）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烏克蘭在美國施壓下暫停攻擊俄羅斯煉油廠 → 西德州原油↓：預估 +17,916 元（+0.22%）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以色列大選陷入僵局且無陣營過半引發地緣政治風險 → VIX恐慌指數↑：預估 -71,339 元（-0.86%）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加密貨幣平台疑遭駭客攻擊引發市場恐慌與資金凍結 → VIX恐慌指數↑：預估 -71,339 元（-0.86%）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台股重挫拖累新台幣兌美元走弱貶破32.6元 → 美元兌台幣↑：預估 -10,235 元（-0.12%）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中國前三季度企業利潤增長15.5% → 中國大型股ETF↑：預估 +12,935 元（+0.16%）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國際事件：美國聯準會維持利率不變並埋下升息伏筆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-0.0693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-0.0013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3264 欣銓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國際事件：日本央行維持利率不變並首度認定通膨達標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+1,531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0.1117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+1,004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1.345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+38,800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0.3298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0.9936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+17,688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+21,319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1.2257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+15,870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1.1376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1.3247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1.4109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+14,995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3264 欣銓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國際事件：美國科技巨頭財報與AI資本支出過高引發市場疑慮重創科技股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0.0323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-1.56%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-23,830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0.4487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-12,107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-16,249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0.4403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-8,588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0.6629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-1.89%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0.7835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-2.23%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-12,571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3264 欣銓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229.24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17</a:t>
            </a:r>
          </a:p>
        </p:txBody>
      </p:sp>
      <p:pic>
        <p:nvPicPr>
          <p:cNvPr id="5" name="Picture 4" descr="2026-10-30_盤後檢討與隔日預掛單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714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18</a:t>
            </a:r>
          </a:p>
        </p:txBody>
      </p:sp>
      <p:pic>
        <p:nvPicPr>
          <p:cNvPr id="5" name="Picture 4" descr="2026-10-30_盤後檢討與隔日預掛單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19</a:t>
            </a:r>
          </a:p>
        </p:txBody>
      </p:sp>
      <p:pic>
        <p:nvPicPr>
          <p:cNvPr id="5" name="Picture 4" descr="2026-10-30_盤後檢討與隔日預掛單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6096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696,000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 張+416股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693,134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477,941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413,165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922.0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1,527,548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張+528股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551,177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858.0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945,897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張+150股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530.0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687,000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1735.0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14,040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93,900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張+570股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563,730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進攻｜3264 欣銓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220,500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5880 合庫金｜24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+68,705 元（+10.95%）先入袋；這檔一個月預期只剩 +0.99%，轉買 00915 凱基優選高股息30（預期 +4.51%）扣除換股成本後多 2.94%（門檻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24 張（24,000 股），回收資金約 696,000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2889 國票金｜40 張 + 416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+44,887 元（+6.92%）先入袋；這檔一個月預期只剩 +1.82%，轉買 00915 凱基優選高股息30（預期 +4.51%）扣除換股成本後多 2.10%（門檻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40 張又 416 股（共 40,416 股），回收資金約 693,134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+10,133 元（+2.17%）先入袋；這檔一個月預期只剩 +1.31%，轉買 00915 凱基優選高股息30（預期 +4.51%）扣除換股成本後多 2.61%（門檻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477,941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+416 元（+0.10%）先入袋；這檔一個月預期只剩 +1.89%，轉買 00915 凱基優選高股息30（預期 +4.51%）扣除換股成本後多 2.04%（門檻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7 張又 173 股（共 7,173 股），回收資金約 413,165 元，依分數重新配置到同一籃的買進候選（最佳替換標的 00915 凱基優選高股息30，實際買進股數受單一標的與產業上限約束，見買進明細）；部分換股會讓兩檔都表現平庸，因此一次換完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932.00 元 ≤ 停損價 999.00 元（成本 1084.26 元，損益 -14.04%）；同時風險警示：已跌破停損價 999.0（目前 932.0）：依紀律全數出場；法人近 5 日賣超 6,911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3591 艾笛森｜20 張 + 528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換股：7730 暉盛-創 扣除換股成本後的預期報酬比續抱高 3.10%（門檻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20 張又 528 股（共 20,528 股），回收資金約 551,177 元，依分數重新配置到同一籃的買進候選（最佳替換標的 7730 暉盛-創，實際買進股數受單一標的與產業上限約束，見買進明細）；部分換股會讓兩檔都表現平庸，因此一次換完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867.00 元 ≤ 停損價 936.69 元（成本 1017.82 元，損益 -14.82%）；同時風險警示：已跌破停損價 936.69（目前 867.0）：依紀律全數出場；法人近 5 日賣超 571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帆宣｜2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536.00 元 ≤ 停損價 599.23 元（成本 634.77 元，損益 -15.56%）；同時風險警示：已跌破停損價 599.23（目前 536.0）：依紀律全數出場；單日重挫 -5.47%：先減碼三分之一，確認原因後再決定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換股：7730 暉盛-創 扣除換股成本後的預期報酬比續抱高 6.73%（門檻 1.0%），且創新高機率不低於原標的 → 換股補回虧損較快；回收資金依綜合分數配置到買進候選，各檔仍受單一標的與產業上限約束；同時風險警示：負面新聞：公司有價證券達公布注意交易資訊標準。；股價偏弱，減碼三分之一；單日重挫 -7.79%：先減碼三分之一，確認原因後再決定；法人近 5 日賣超 8,619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687,000 元，依分數重新配置到同一籃的買進候選（最佳替換標的 7730 暉盛-創，實際買進股數受單一標的與產業上限約束，見買進明細）；部分換股會讓兩檔都表現平庸，因此一次換完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2103 台橡｜3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26.75 元 ≤ 停損價 27.70 元（成本 29.54 元，損益 -9.45%）；同時風險警示：已跌破停損價 27.7（目前 26.75）：依紀律全數出場；法人近 5 日賣超 1,849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1755.00 元 ≤ 停損價 2069.91 元（成本 2365.62 元，損益 -25.81%）；同時風險警示：跌停（1755.0，跌停價 1755.0）：跌停鎖住時通常賣不出去；若跌停打開，依下列建議賣出；已跌破停損價 2069.91（目前 1755.0）：依紀律全數出場；負面新聞：辦理現金增資發行普通股及海外存託憑證，導致股權稀釋。；股價偏弱，減碼三分之一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93.90 元 ≤ 停損價 97.31 元（成本 115.67 元，損益 -18.82%）；同時風險警示：已跌破停損價 97.31（目前 93.9）：依紀律全數出場；負面新聞：辦理現金增資及發行轉換公司債，導致股權稀釋。；股價偏弱，減碼三分之一；負面新聞：更正資金貸與資訊揭露明細表。；股價偏弱，減碼三分之一；單日重挫 -6.57%：先減碼三分之一，確認原因後再決定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+ 570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33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989.00 元 ≤ 停損價 1046.11 元（成本 1181.68 元，損益 -16.31%）；同時風險警示：已跌破停損價 1046.11（目前 989.0）：依紀律全數出場；負面新聞：擴產計畫存在隱憂。；股價偏弱，減碼三分之一；負面新聞：轉換公司債轉換普通股，導致股權稀釋。；股價偏弱，減碼三分之一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3264 欣銓｜1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220.50 元 ≤ 停損價 229.24 元（成本 265.38 元，損益 -16.91%）；同時風險警示：已跌破停損價 229.24（目前 220.5）：依紀律全數出場；單日重挫 -6.77%：先減碼三分之一，確認原因後再決定；法人近 5 日賣超 21,817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買進【穩健籃】1615 大山｜18 張 + 507 股｜限價 48.7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選入穩健籃因其分數達+0.59且月營收年增63.4%，買進18張又507股約901291元。正報酬機率60.1%且未過熱。出場機制為跌破停損價43.95元全數賣出，或持有滿10日後換股。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+0.59 達門檻（+0.20）；一個月收正報酬機率 60.1%、預期最大回檔 -6.7%，且未過熱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60.1%（全市場基準 51.8%），預期最大回檔 -6.7%（回檔幅度排名全市場最小的前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70.1%、預期報酬 +8.7%（模型估計，不是保證）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0.13（大盤漲跌 1% 時約變動 0.13%），日波動 4.40%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65% → 目標金額 4,828,184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8,253,307 元 × 每筆風險 0.8% × 信心係數 1.24（由穩健分數 +0.59 換算）= 81,790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4.74 與距 10 日低點 47.85 的距離 0.85 之較大者 = 4.74 元（進場 48.70 → 停損 43.95 元，9.7%）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81,790 ÷ 4.74 = 17,271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為補足穩健籃目標金額上調 1,236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48.74 與前一日收盤 48.70000076293945 的較低者 = 48.7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取整後：18 張又 507 股（共 18,507 股），金額約 901,291 元，佔總資產 10.9%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+0.59 高，信心係數 1.24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60.1%，可提高「正報酬晉級」機率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+63.4%，基本面支撐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【少買】日均波動（ATR）4.9%，波動大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-6.7%，下檔風險偏大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43.95 元全數賣出 18 張又 507 股（共 18,507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買進【穩健籃】2436 偉詮電｜21 張 + 536 股｜限價 67.2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選入穩健籃因其分數+0.58且一個月正報酬機率高達61.4%，買進21張又536股約1447219元。月營收年增32.3%提供基本面支撐。出場條件為跌破停損價62.7元賣出，或持有滿10日執行換股。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+0.58 達門檻（+0.20）；一個月收正報酬機率 61.4%、預期最大回檔 -8.7%，且未過熱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61.4%（全市場基準 51.8%），預期最大回檔 -8.7%（回檔幅度排名全市場最小的前 15%）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64.2%、預期報酬 +6.9%（模型估計，不是保證）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1.08（大盤漲跌 1% 時約變動 1.08%），日波動 2.11%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65% → 目標金額 4,828,184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8,253,307 元 × 每筆風險 0.8% × 信心係數 1.23（由穩健分數 +0.58 換算）= 80,965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4.49 與距 10 日低點 66.50 的距離 0.70 之較大者 = 4.49 元（進場 67.20 → 停損 62.70 元，6.7%）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80,965 ÷ 4.49 = 18,049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為補足穩健籃目標金額上調 3,487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67.23 與前一日收盤 67.4000015258789 的較低者 = 67.2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取整後：21 張又 536 股（共 21,536 股），金額約 1,447,219 元，佔總資產 17.5%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+0.58 高，信心係數 1.23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【多買】日均波動（ATR）3.3%，波動溫和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61.4%，可提高「正報酬晉級」機率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+32.3%，基本面支撐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-8.7%，下檔風險偏大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62.70 元全數賣出 21 張又 536 股（共 21,536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買進【穩健籃】6263 普萊德｜5 張 + 871 股｜限價 166.5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選入穩健籃因其模型勝率高且波動溫和，受流動性限制買進5張又871股約977522元。具備穩健收益特性。若收盤跌破157.0元則停損賣出，或達10個交易日執行換股。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+0.48 達門檻（+0.20）；一個月收正報酬機率 54.9%、預期最大回檔 -10.4%，且未過熱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54.9%（全市場基準 51.8%），預期最大回檔 -10.4%（回檔幅度排名全市場最小的前 31%）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57.4%、預期報酬 +13.4%（模型估計，不是保證）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0.48（大盤漲跌 1% 時約變動 0.48%），日波動 2.20%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65% → 目標金額 4,828,184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8,253,307 元 × 每筆風險 0.8% × 信心係數 1.10（由穩健分數 +0.48 換算）= 72,794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9.14 與距 10 日低點 163.00 的距離 3.50 之較大者 = 9.14 元（進場 166.50 → 停損 157.00 元，5.5%）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72,794 ÷ 9.14 = 7,962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294 張 × 2%）」限制，下修至 5,872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166.97 與前一日收盤 168.0 的較低者 = 166.5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取整後：5 張又 871 股（共 5,871 股），金額約 977,522 元，佔總資產 11.8%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+0.48 高，信心係數 1.10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【多買】日均波動（ATR）2.7%，波動溫和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54.9%，勝率普通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-10.4%，下檔風險偏大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157.00 元全數賣出 5 張又 871 股（共 5,871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買進【穩健籃】2885 元大金｜20 張 + 773 股｜限價 72.3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選入穩健籃因法人連5日大買且月營收年增22.7%，買進20張又773股約1501888元。籌碼結構極佳。出場規劃為跌破停損價68.5元全數賣出，或持有滿10日依據預期報酬決定換股。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+0.44 達門檻（+0.20）；一個月收正報酬機率 58.3%、預期最大回檔 -8.2%，且未過熱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58.3%（全市場基準 51.8%），預期最大回檔 -8.2%（回檔幅度排名全市場最小的前 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58.9%、預期報酬 +4.0%（模型估計，不是保證）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0.38（大盤漲跌 1% 時約變動 0.38%），日波動 1.47%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65% → 目標金額 4,828,184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8,253,307 元 × 每筆風險 0.8% × 信心係數 1.05（由穩健分數 +0.44 換算）= 69,410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3.77 與距 10 日低點 70.00 的距離 2.30 之較大者 = 3.77 元（進場 72.30 → 停損 68.50 元，5.2%）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69,410 ÷ 3.77 = 18,404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為補足穩健籃目標金額上調 2,370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72.32 與前一日收盤 72.5999984741211 的較低者 = 72.3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取整後：20 張又 773 股（共 20,773 股），金額約 1,501,888 元，佔總資產 18.2%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+0.44 高，信心係數 1.05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【多買】日均波動（ATR）2.6%，波動溫和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5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+22.7%，基本面支撐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58.3%，勝率普通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-8.2%，下檔風險偏大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68.50 元全數賣出 20 張又 773 股（共 20,773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買進【進攻籃】7730 暉盛-創｜2 張 + 516 股｜限價 226.0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選入進攻籃因其一個月預期超額報酬+12.98%且創新高機率達69.2%，買進2張又516股約568616元。營收月增80.0%動能強勁。若突破52週高點252.5元持續抱緊，跌破停損價203.0元則停損。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+0.78 達門檻（+0.30）；一個月模型預期超額報酬排名全市場前 0%、創新高機率 69.2%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69.2%（全市場基準 18.0%，排名前 5%），預期超額報酬 +12.98%（排名前 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-10.9%（52 週高 252.5，現價 225.0）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+28.9%、近 60 日 +56.5%，相對大盤 20 日 +34.0%、60 日 +51.6%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35% → 目標金額 2,599,792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8,253,307 元 × 每筆風險 0.8% × 信心係數 1.47（由綜合分數 +0.78 換算）= 97,141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32.29 與距 10 日低點 188.00 的距離 38.00 之較大者，但不超過進場價 10%（22.60） = 22.60 元（進場 226.00 → 停損 203.00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97,141 ÷ 22.60 = 4,298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1,782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224.65 × (1 + 0.5%) = 226.0，提高成交機率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516 股（共 2,516 股），金額約 568,616 元，佔總資產 6.9%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+0.78 高，信心係數 1.47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69.2%，勝率高可多配置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+64.4%，基本面支撐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【少買】日均波動（ATR）7.2%，波動大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【少買】此檔開盤預測模型回測命中率未達門檻，預測權重已降低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252.5 元（距現價 10.9%）即確認創新高，續抱讓獲利奔跑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203.00 元全數賣出 2 張又 516 股（共 2,516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買進【進攻籃】3105 穩懋｜0 張 + 951 股｜限價 581.0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選入進攻籃因模型預期超額報酬+8.12%且創新高機率達69.1%，買進951股零股約552531元。法人近5日大買25573張。目標為突破高點637.0元，若收盤跌破522.0元則全數停損。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+0.74 達門檻（+0.30）；一個月模型預期超額報酬排名全市場前 4%、創新高機率 69.1%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69.1%（全市場基準 18.0%，排名前 5%），預期超額報酬 +8.12%（排名前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-9.3%（52 週高 637.0，現價 578.0）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+17.2%、近 60 日 +96.3%，相對大盤 20 日 +22.3%、60 日 +91.4%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35% → 目標金額 2,599,792 元（已持有 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8,253,307 元 × 每筆風險 0.8% × 信心係數 1.43（由綜合分數 +0.74 換算）= 94,418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82.71 與距 10 日低點 454.00 的距離 127.00 之較大者，但不超過進場價 10%（58.10） = 58.10 元（進場 581.00 → 停損 522.00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94,418 ÷ 58.10 = 1,625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674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577.21 × (1 + 0.5%) = 581.0，提高成交機率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取整後：951 股（零股），金額約 552,531 元，佔總資產 6.7%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+0.74 高，信心係數 1.43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69.1%，勝率高可多配置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+30.0%，基本面支撐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【少買】日均波動（ATR）7.2%，波動大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637.0 元（距現價 9.3%）即確認創新高，續抱讓獲利奔跑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522.00 元全數賣出 951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買進【進攻籃】2607 榮運｜10 張 + 686 股｜限價 58.2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選入進攻籃受惠於地緣政治與航運運能收緊，買進10張又686股約621925元。月營收年增64.7%基本面佳。目標挑戰52週高點60.8元，跌破停損價54.5元則全數賣出。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+0.65 達門檻（+0.30）；一個月模型預期超額報酬排名全市場前 10%、創新高機率 45.1%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45.1%（全市場基準 18.0%，排名前 12%），預期超額報酬 +6.15%（排名前 10%）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-4.4%（52 週高 60.8，現價 58.1）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+9.4%、近 60 日 +23.2%，相對大盤 20 日 +14.5%、60 日 +18.4%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35% → 目標金額 2,599,792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8,253,307 元 × 每筆風險 0.8% × 信心係數 1.32（由綜合分數 +0.65 換算）= 86,907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2.86 與距 10 日低點 54.60 的距離 3.60 之較大者 = 3.60 元（進場 58.20 → 停損 54.50 元，6.2%）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86,907 ÷ 3.60 = 24,141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913 張 × 2%）」限制，下修至 18,255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7,569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57.89 × (1 + 0.5%) = 58.2，提高成交機率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取整後：10 張又 686 股（共 10,686 股），金額約 621,925 元，佔總資產 7.5%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+0.65 高，信心係數 1.32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【多買】日均波動（ATR）2.5%，波動溫和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+64.7%，基本面支撐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45.1%，勝率普通故保守配置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60.8 元（距現價 4.4%）即確認創新高，續抱讓獲利奔跑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54.50 元全數賣出 10 張又 686 股（共 10,686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買進【進攻籃】8215 明基材｜19 張｜限價 27.95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選入進攻籃因預期超額報酬高達+10.16%，買進19張約531050元。籌碼面呈現外資買超。目標突破高點33.4元，若跌破停損價25.3元全數停損。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+0.65 達門檻（+0.30）；一個月模型預期超額報酬排名全市場前 2%、創新高機率 35.2%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35.2%（全市場基準 18.0%，排名前 16%），預期超額報酬 +10.16%（排名前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-16.8%（52 週高 33.4，現價 27.8）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-0.7%、近 60 日 +22.5%，相對大盤 20 日 +4.4%、60 日 +17.6%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35% → 目標金額 2,599,792 元（已持有 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8,253,307 元 × 每筆風險 0.8% × 信心係數 1.31（由綜合分數 +0.65 換算）= 86,742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2.61 與距 10 日低點 27.00 的距離 0.95 之較大者 = 2.61 元（進場 27.95 → 停損 25.30 元，9.3%）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86,742 ÷ 2.61 = 33,271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13,795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19,000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27.77 × (1 + 0.5%) = 27.95，提高成交機率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取整後：19 張（19,000 股），金額約 531,050 元，佔總資產 6.4%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476 股只有 13,304 元，低於 14,035 元會被最低手續費 20 元拉高費率（約 0.15%），所以不買零股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+0.65 高，信心係數 1.31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【少買】日均波動（ATR）4.7%，波動大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35.2%，勝率普通故保守配置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33.4 元（距現價 16.8%）即確認創新高，續抱讓獲利奔跑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25.30 元全數賣出 19 張（19,000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買進【進攻籃】5292 華懋｜2 張 + 514 股｜限價 239.0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選入進攻籃因創新高機率達61.7%且均線呈多頭，買進2張又514股約600846元。具備極高爆發潛力。目標突破52週高點255.0元，若跌破停損價218.5元則執行停損。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+0.65 達門檻（+0.30）；一個月模型預期超額報酬排名全市場前 3%、創新高機率 61.7%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61.7%（全市場基準 18.0%，排名前 6%），預期超額報酬 +8.65%（排名前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-6.7%（52 週高 255.0，現價 238.0）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+8.9%、近 60 日 +52.6%，相對大盤 20 日 +14.0%、60 日 +47.7%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35% → 目標金額 2,599,792 元（已持有 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8,253,307 元 × 每筆風險 0.8% × 信心係數 1.31（由綜合分數 +0.65 換算）= 86,577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20.14 與距 10 日低點 230.50 的距離 8.50 之較大者 = 20.14 元（進場 239.00 → 停損 218.50 元，8.4%）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86,577 ÷ 20.14 = 4,298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215 張 × 2%）」限制，下修至 4,296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1,781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237.52 × (1 + 0.5%) = 239.0，提高成交機率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514 股（共 2,514 股），金額約 600,846 元，佔總資產 7.3%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+0.65 高，信心係數 1.31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61.7%，勝率高可多配置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【少買】日均波動（ATR）4.2%，波動大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255.0 元（距現價 6.7%）即確認創新高，續抱讓獲利奔跑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218.50 元全數賣出 2 張又 514 股（共 2,514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44</a:t>
            </a:r>
          </a:p>
        </p:txBody>
      </p:sp>
      <p:pic>
        <p:nvPicPr>
          <p:cNvPr id="5" name="Picture 4" descr="2026-10-30_盤後檢討與隔日預掛單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282068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期貨戶轉入證券戶：675,300 元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45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98.3%（每日收盤檢查，未達扣報酬率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94.4%（目標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15 檔＋本次建議 = 23 檔；執行後持有 9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90 筆＋本次建議 23 筆 = 113 筆；剩餘 21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2,475,992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-17.47%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46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86.3% / 30.2%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[高] 穩健籃一個月實際收正比例 52%（模型預估 72%），低於 55% 或比預估低 15% 以上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[高] 總資產自高點 10,198,741 回落 19.1%，超過 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偵測結果：穩健籃一個月實際收正比例 52%（模型預估 72%），低於 55% 或比預估低 15% 以上；總資產自高點 10,198,741 回落 19.1%，超過 8%。修正：未修改參數。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2026-10-30　|　47</a:t>
            </a:r>
          </a:p>
        </p:txBody>
      </p:sp>
      <p:pic>
        <p:nvPicPr>
          <p:cNvPr id="5" name="Picture 4" descr="2026-10-30_盤後檢討與隔日預掛單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