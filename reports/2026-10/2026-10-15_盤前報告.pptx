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2026-10-15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967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-3.29%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81.4%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-0.86%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美股隔夜因CPI高於預期而全線下挫，費半重挫超4%，台積電ADR跌逾3%，台指期夜盤崩853點，台股今恐失守4萬8。美元兌台幣升值0.56%，美10年債殖利率回落0.52%，原油上漲0.93%。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台股開盤預計開低，模型預測gap_pct為-0.86%，開低後盤中可能回落。模型gap_hit率為81.0%，顯示開低後續跌的可能性較高。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+17.74%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4 股（零股），保留 4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3 張又 487 股（共 3,487 股），加碼後共 6 張又 487 股（共 6,487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150 股（共 1,150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570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致茂：重大負面新聞：致茂爆違約交割5859.5萬元（多來源）；先減碼一半，保留部位觀察後續 → 建議賣出 4 股（零股）（持有 8 股的 50%），限價 2225.0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潤泰全：負面新聞：營收：潤泰全(2915)9月營收1億1084萬元，月增率-29.73%，年增率-64.02%；股價尚穩，先上調停損 → 停損上調至 57.86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帆宣：負面新聞：帆宣董事會決議發行國內第六次無擔保可轉換公司債，上限40億元；股價尚穩，先上調停損 → 停損上調至 626.64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333 股（零股）（持有 1,000 股的 33%），限價 847.0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欣興：負面新聞：欣興楊梅爆工安停工急發重訊 今跌1.7%市值一天蒸發360億元；股價尚穩，先上調停損 → 停損上調至 1118.57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【警告】費城半導體重挫 -4.30%：電子權值股開盤大概率承壓 → 半導體／電子持股開盤先觀察，不急著加碼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【提醒】1560 中砂：距停損價 936.69 只剩 1.2%，先掛好停損單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18 檔漲停：同產業集體漲停：金山電、中探針、良維、日電貿、台虹、嘉基 → 題材發酵中，但不追漲停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50／跌停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跌停｜2466 冠西電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可能原因（新聞）：明起新增6檔股票抓去關 飆股冠西電近90個交易日漲幅高達4倍 - 鉅亨網；【09:52 即時新聞】冠西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跌停｜3055 蔚華科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可能原因（新聞）：蔚華科(3055) 今日股價與討論 - 股市爆料同學會 - CMoney；搭火箭翻倍又重挫！蔚華科慘摔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跌停｜2221 大甲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可能原因（新聞）：營收年增逾4成！大甲股價急漲後重摔 今跌停鎖死140.5元 - TVBS新聞網；大甲 2026-10-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跌停｜9103 美德醫療-DR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存託憑證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可能原因（新聞）：【09:16 即時新聞】美德醫療-DR(9103) 攻上漲停，防疫族群買盤延續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漲停｜1301 台塑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可能原因（新聞）：【即時新聞】台塑(1301)強勢重返80元大關！這「2檔概念股」資金爆量輪動！ - CMoney；2天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漲停｜1326 台化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可能原因（新聞）：台化(1326) 個股概覽 | 個股 - 股市 - CMoney；熱門股》塑化產品報價走揚 台化爆量強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漲停｜4979 華星光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可能原因（新聞）：華星光(4979) 三引擎接棒！獲利高點究竟落在哪一年？ - 鉅亨網；光通訊飆股華星光列注意股！自結9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漲停｜8042 金山電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可能原因（新聞）：金山電(8042) 個股概覽 | 個股 - 股市 - CMoney；【10:26 即時新聞】金山電(8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漲停｜6217 中探針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可能原因（新聞）：沒人敢當董事長⋯中探針昔差點倒閉，證券業高管接手後，股價為何一年狂飆16倍？ - 數位時代；【11:0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漲停｜6290 良維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可能原因（新聞）：6290 良維- 十月營收又創新高- 股市爆料同學會 - CMoney；【09:54 即時新聞】良維(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漲停｜6278 台表科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可能原因（新聞）：【10:00 即時新聞】台表科(6278) 股價走強，買盤聚焦基本面與籌碼集中-CMoney 研究員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漲停｜3090 日電貿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可能原因（新聞）：日電貿(3090) 個股概覽 | 個股 - 股市 - CMoney；【09:51 即時新聞】日電貿(3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80%／穩健 20%／ETF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黃燈：綠燈（強勢）但出現 1 項風險訊號，先暫停追高 → 進攻籃 100%（已持續 41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黃燈預警 → 進攻最多 80%，先暫停追高：費城半導體前一晚 -4.3%（跌逾 3% 後 20 日內跌逾 5% 機率 34.3%，平常 21.8%）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80%、穩健籃 20%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80%、穩健籃 20%、ETF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696 萬，執行後佔總資產 61.2%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進攻籃買進：2103 台橡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174 萬，執行後佔總資產 23.2%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今日進攻籃佔80%、穩健籃佔20%，因黃燈警示暫停追高，進攻籃不新買進，僅維持現有部位。進攻籃持有聯茂、帆宣、欣興等股，穩健籃持有合庫金、國票金等股，配置未調整。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2520 冠德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2897 王道銀行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6177 達麗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00642U 期元大S&amp;P石油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4766 南寶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51.7%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2357 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期貨與選擇權判斷：期貨方向模型暫時無法計算：incompatible merge keys [0] dtype('&lt;M8[us]') and dtype('&lt;M8[s]'), must be the 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9</a:t>
            </a:r>
          </a:p>
        </p:txBody>
      </p:sp>
      <p:pic>
        <p:nvPicPr>
          <p:cNvPr id="5" name="Picture 4" descr="2026-10-15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-0.18%（-1,200 元），主因為「產業因素」（-0.32%）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國票金：今日平盤 +0.00%（+0 元），主因為「產業因素」（-0.32%）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元），主因為「個股特有因素」（+0.92%）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+1.03%（+4,304 元），主因為「個股特有因素」（+0.94%）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+0.96%（+16,390 元），主因為「大盤因素」（+1.05%）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-0.36%（-2,053 元），主因為「個股特有因素」（-2.02%）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+16,390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-2,182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+2,850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台股今日上漲0.59%，主要受電子與傳產類股同步上揚帶動。個股方面，景碩受大盤因素帶動上漲0.96%，帆宣因個股特有因素上漲2.34%，聯茂因個股特有因素大漲7.67%，遠東銀因個股特有因素上漲0.38%。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11</a:t>
            </a:r>
          </a:p>
        </p:txBody>
      </p:sp>
      <p:pic>
        <p:nvPicPr>
          <p:cNvPr id="5" name="Picture 4" descr="2026-10-15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目前無虧損需補回，持股多為獲利狀態。遠東銀、國票金、合庫金、潤泰全皆決策續抱，因持有未滿10天，模型排名小幅變動不宜換股，待停損才出場。帆宣、聯茂可考慮逢回加碼，權重仍低於上限。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-328,501 元（-3.29%），已實現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3.40%；只有正報酬才列入排名，補回虧損是第一優先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+4.57%（約 +442,133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進攻籃最佳替換候選：1617 榮星，一個月預期報酬 +15.20%，創新高機率 71.4%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+3.99%，收正報酬機率 82.8%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遠東銀（+8,329 元）：買進第 7 個交易日，未滿 10 個交易日不換股、不因分數小幅轉弱賣出（模型排名每天都會小幅變動，來回換股要付約 0.58% 成本）；跌破停損 12.6 才出場。提醒：已獲利 +1.78%，00692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國票金（+30,742 元）：買進第 7 個交易日，未滿 10 個交易日不換股、不因分數小幅轉弱賣出（模型排名每天都會小幅變動，來回換股要付約 0.58% 成本）；跌破停損 15.43 才出場。提醒：已獲利 +4.74%，00692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合庫金（+24,305 元）：買進第 7 個交易日，未滿 10 個交易日不換股、不因分數小幅轉弱賣出（模型排名每天都會小幅變動，來回換股要付約 0.58% 成本）；跌破停損 25.28 才出場。提醒：已獲利 +3.87%，00692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潤泰全（+9,023 元）：買進第 7 個交易日，未滿 10 個交易日不換股、不因分數小幅轉弱賣出（模型排名每天都會小幅變動，來回換股要付約 0.58% 成本）；跌破停損 55.39 才出場。提醒：已獲利 +2.19%，00692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致茂（-925 元）：買進第 4 個交易日，未滿 10 個交易日不換股、不因分數小幅轉弱賣出（模型排名每天都會小幅變動，來回換股要付約 0.58% 成本）；跌破停損 2069.91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合晶（+3,335 元）：買進第 2 個交易日，未滿 10 個交易日不換股、不因分數小幅轉弱賣出（模型排名每天都會小幅變動，來回換股要付約 0.58% 成本）；跌破停損 97.31 才出場。提醒：已獲利 +2.88%，1617 榮星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欣興（+1,890 元）：買進第 2 個交易日，未滿 10 個交易日不換股、不因分數小幅轉弱賣出（模型排名每天都會小幅變動，來回換股要付約 0.58% 成本）；跌破停損 1046.11 才出場。提醒：已獲利 +0.28%，1617 榮星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帆宣（+3,512 元）：模型排名仍在全市場前 13%、股價在月線之上、虧損未擴大，權重 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【續抱】1560 中砂（-76,179 元）：買進第 7 個交易日，未滿 10 個交易日不換股、不因分數小幅轉弱賣出（模型排名每天都會小幅變動，來回換股要付約 0.58% 成本）；跌破停損 936.69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聯茂（+128,965 元）：模型排名仍在全市場前 7%、股價在月線之上、虧損未擴大，權重 8.9%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台橡（+1,223 元）：模型排名仍在全市場前 12%、股價在月線之上、虧損未擴大，權重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景碩（-56,158 元）：模型排名仍在全市場前 6%、股價在月線之上、虧損未擴大，權重 17.8%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艾笛森（-24,070 元）：模型排名仍在全市場前 13%、股價在月線之上、虧損未擴大，權重 5.8%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美國CPI高於預期升息疑慮升溫，對標普500產生不利影響，總影響-0.73% NAV，使景碩、帆宣、聯茂等高beta股受壓。國際油價上漲1%，對台橡有利+0.45% NAV。美元兌台幣升值，對景碩等出口相關股形成-0.12% NAV影響。中國出口強勢，對帆宣、致茂、欣興等有利，總貢獻+0.11% NAV。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美國9月CPI年增3.7%高於預期，引發市場對聯準會進一步升息的疑慮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美股主要指數因通膨升息疑慮而收黑，科技與半導體股賣壓沉重 → 標普500↓：預估 -70,508 元（-0.73%）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國際油價因中東攻擊頻傳而上漲1% → 西德州原油↑：預估 -15,893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美元指數一度衝上102.94觸及18個月高點後回落 → 美元兌台幣↑：預估 -11,358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中國出口升36%遠勝預期，前三季貿盈破9300億美元 → 中國大型股ETF↑：預估 +10,209 元（+0.11%）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黃仁勳稱若客戶開發不安全AI軟體，願停止供應晶片但會先溝通 → 費城半導體↓：預估 -80,465 元（-0.83%）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外資大舉賣超台股，上週賣超236億元 → VIX恐慌指數↑：預估 -66,560 元（-0.69%）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美聯儲官員威廉斯與鮑曼釋鴿派訊號，褐皮書稱勞動市場仍低聘僱、低解僱 → 美國10年債殖利率↓：預估 +0 元（+0.00%）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國際事件：美國9月CPI年增3.7%高於預期，引發市場對聯準會進一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國際事件：美股主要指數因通膨升息疑慮而收黑，科技與半導體股賣壓沉重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0.1536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1.5381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-21,684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-10,136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1.6103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-11,299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1.7058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2.004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-11,077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國際事件：國際油價因中東攻擊頻傳而上漲1%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-6,334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17</a:t>
            </a:r>
          </a:p>
        </p:txBody>
      </p:sp>
      <p:pic>
        <p:nvPicPr>
          <p:cNvPr id="5" name="Picture 4" descr="2026-10-15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679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18</a:t>
            </a:r>
          </a:p>
        </p:txBody>
      </p:sp>
      <p:pic>
        <p:nvPicPr>
          <p:cNvPr id="5" name="Picture 4" descr="2026-10-15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19</a:t>
            </a:r>
          </a:p>
        </p:txBody>
      </p:sp>
      <p:pic>
        <p:nvPicPr>
          <p:cNvPr id="5" name="Picture 4" descr="2026-10-15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28149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285,048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張+487股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104,784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+ 4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風險警示：重大負面新聞：致茂爆違約交割5859.5萬元（多來源）；先減碼一半，保留部位觀察後續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4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台橡｜3 張 + 487 股｜限價 30.05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買進台橡3487股，因進攻籃配置需求及模型綜合分數+0.64達門檻，預期一個月超額報酬+5.84%，停損設在27.5元。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+0.64 達門檻（+0.30）；一個月模型預期超額報酬排名全市場前 11%、創新高機率 68.7%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68.7%（全市場基準 18.1%，排名前 13%），預期超額報酬 +5.84%（排名前 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-6.4%（52 週高 32.0，現價 29.95）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+16.3%、近 60 日 +27.5%，相對大盤 20 日 +11.0%、60 日 +13.5%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80% → 目標金額 6,963,480 元（已持有 5,814,438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9,671,499 元 × 每筆風險 1.5% × 信心係數 1.29（由綜合分數 +0.64 換算）= 187,688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2.13 與距 10 日低點 27.50 的距離 2.55 之較大者 = 2.55 元（進場 30.05 → 停損 27.50 元，8.5%）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187,688 ÷ 2.55 = 73,603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55,578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3,487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29.89 × (1 + 0.5%) = 30.05，提高成交機率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487 股（共 3,487 股），金額約 104,784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+0.64 高，信心係數 1.29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68.7%，勝率高可多配置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【少買】日均波動（ATR）3.6%，波動大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32.0 元（距現價 6.4%）即確認創新高，續抱讓獲利奔跑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27.50 元全數賣出 3 張又 487 股（共 3,487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24</a:t>
            </a:r>
          </a:p>
        </p:txBody>
      </p:sp>
      <p:pic>
        <p:nvPicPr>
          <p:cNvPr id="5" name="Picture 4" descr="2026-10-15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410" y="1097280"/>
            <a:ext cx="659887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79.8%（建倉期至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81.4%（目標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3 筆 = 86 筆；剩餘 31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62,870 元 / 上限 2,901,450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-3.29%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86.5%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2026-10-15　|　27</a:t>
            </a:r>
          </a:p>
        </p:txBody>
      </p:sp>
      <p:pic>
        <p:nvPicPr>
          <p:cNvPr id="5" name="Picture 4" descr="2026-10-15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