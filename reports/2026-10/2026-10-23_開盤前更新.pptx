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2026-10-23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863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-13.68%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92.9%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美股隔夜因市場對人工智慧巨額資本支出疑慮再起，加上中東地緣政治緊張推升西德州原油上漲 1.88% 至 98.98 美元，引發科技股重挫與避險潮。費城半導體暴跌 6.72%、那斯達克下跌 2.60%、標普500 下跌 1.21%，台積電ADR亦重挫 4.52%，輝達跌 4.40%、超微大跌 8.10%。恐慌情緒蔓延使 VIX恐慌指數飆升 14.09% 至 19.03，資金轉入債市避險，帶動美 10 年債殖利率下跌 3.75% 至 4.95%。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受美股重挫與台積電ADR大跌影響，加權指數模型預測今日開盤下跌 0.87%（開盤價估 45640.89 點），開盤跳空命中率達 83.6%；盤中預測續跌 1.07%，盤中走勢命中率為 66.7%。大盤整體呈現開低走低格局，受外資持續提款與半導體賣壓籠罩，盤中缺乏反彈動能，操作上需嚴格遵守停損紀律以控管回檔風險。（08:20 更新：那斯達克期貨 29104.25，-3.01%）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10 張又 611 股（共 10,611 股），加碼後共 11 張又 611 股（共 11,611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570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986.0）：依紀律全數出場 → 建議賣出 1 張又 639 股（共 1,639 股）（持有 1,639 股的 100%），限價 976.0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846.0）：依紀律全數出場 → 建議賣出 1 張又 91 股（共 1,091 股）（持有 1,091 股的 100%），限價 837.0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597.0）：依紀律全數出場 → 建議賣出 2 張又 150 股（共 2,150 股）（持有 2,150 股的 100%），限價 591.0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1980.0）：依紀律全數出場 → 建議賣出 8 股（零股）（持有 8 股的 100%），限價 1960.0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-5.59%：先減碼三分之一，確認原因後再決定 → 建議賣出 333 股（零股）（持有 1,000 股的 33%），限價 769.0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-5.86%：先減碼三分之一，確認原因後再決定 → 建議賣出 333 股（零股）（持有 1,000 股的 33%），限價 103.0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【警告】費城半導體重挫 -6.72%：電子權值股開盤大概率承壓 → 半導體／電子持股開盤先觀察，不急著加碼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【警告】19 檔跌停：集中在：電子零組件業 6 檔、通信網路業 3 檔、光電業 2 檔 → 同產業持股留意連動下跌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21／跌停 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即時新聞】聯亞(3081)盤中走強，市場聚焦AI矽光與營收連創新高 - CMoney；獲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可能原因（新聞）：光學元件全面沸騰！「這檔」 處置期滿秒鎖漲停今國光2.1萬張買單爭進場、佳凌、歐特明強漲逾6% -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可能原因（新聞）：光頡(3624)交期排到2027年下半年！預算達成率僅84%的一年，AI與漲價怎麼讓2026年翻盤？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漲停｜2468 華經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即時新聞】華經(2468) 股價走強貼近波段高位，資安題材續吸引買盤 - CMoney投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可能原因（新聞）：今日漲停股｜資安事件頻傳引爆剛性需求，華經、驊宏資、麗臺強勢攻上漲停1022｜豐雲學堂2026 年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漲停｜6148 驊宏資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可能原因（新聞）：驊宏資(6148) 個股概覽 | 個股 - 股市 - CMoney；【10:33 即時新聞】驊宏資(6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漲停｜4577 達航科技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可能原因（新聞）：【12:47 即時新聞】達航科技(4577)盤中續揚，主力買盤與營收成長成焦點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可能原因（新聞）：【10:19 即時新聞】碩禾(3691) 盤中大漲近九成一，買盤回流聚焦營收成長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可能原因（新聞）：暉盛接單火熱 業績升溫 - 經濟日報；《半導體》暉盛亮燈攻頂登4個半月高價- 上市櫃 - 旺得富理財網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CMoney；【09:12 即時新聞】晉泰(622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漲停｜6945 圓祥生技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可能原因（新聞）：6945 圓祥生技 - 2026年3月20日 到 2026年10月16(實際是統計到... - 股市爆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583 萬，執行後佔總資產 67.4%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進攻籃買進：2468 華經、2069 運錩、6456 GIS-KY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194 萬，執行後佔總資產 25.0%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穩健籃買進：1736 喬山、2885 元大金、1617 榮星、1808 潤隆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今日股票內部配置維持進攻籃 75.0%、穩健籃 25.0%，ETF籃為 0.0%。市場燈號維持在灰燈但出現風險訊號的黃燈狀態，由於費城半導體重挫 6.72%，且偵測到 2 項失誤，進攻籃比例自 80.0% 扣減 5.0% 至 75.0% 以控制風險。進攻籃換入營收年增率高且具創高動能的華經、運錩與 GIS-KY；穩健籃則加碼元大金，並布局具低回檔特性的喬山、榮星與潤隆，藉由平衡配置兼顧反彈動能與防守力道。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1617 榮星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1808 潤隆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3704 合勤控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-13.68%、距高點回撤 -15.36%、剩 25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69 次，命中率 66.7%（基準 63.0%），平均每次 +1.18%（已扣成本）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9</a:t>
            </a:r>
          </a:p>
        </p:txBody>
      </p:sp>
      <p:pic>
        <p:nvPicPr>
          <p:cNvPr id="5" name="Picture 4" descr="2026-10-23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元），主因為「產業因素」（-1.89%）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前一交易日加權指數下跌 1.81%，持股跌多漲少，總計虧損 181,062 元。金融股展現防禦韌性，合庫金上漲 0.71%、國票金上漲 0.30%、遠東銀上漲 0.38%、元大金上漲 1.54%，主要皆由金融保險類股強於大盤之產業因素貢獻超過 2.10%；潤泰全微漲 0.35%，主要受個股特有因素貢獻 0.65%。科技股則重挫，半導體與高貝塔股受大盤與產業雙重拖累，聯茂大跌 5.59%，主因電子零組件產業因素拖累 3.13% 且大盤貢獻 -2.67%；景碩下跌 2.38%、中砂下跌 3.53%、帆宣下跌 2.93%、合晶下跌 5.86%，主要跌幅皆由大盤因素貢獻超過 2.30% 以上；艾笛森下跌 3.24% 則受光電業產業因素貢獻 -1.89%。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11</a:t>
            </a:r>
          </a:p>
        </p:txBody>
      </p:sp>
      <p:pic>
        <p:nvPicPr>
          <p:cNvPr id="5" name="Picture 4" descr="2026-10-23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目前投組累積損益為 -1,368,221 元（-13.68%），距初始資金需上漲 15.85%。為嚴格落實紀律，景碩、中砂、帆宣與致茂因跌破停損價，執行停損換股全數賣出；艾笛森與台橡則因騰雲扣除成本後預期報酬更高而執行虧損換股；合晶因單日重挫 5.86% 先行減碼三分之一，其餘部位因持有未滿 10 個交易日續抱；欣興亦因買進未滿 10 個交易日續抱。獲利部位合庫金、國票金、遠東銀、潤泰全及聯茂則執行獲利換股，將資金轉向一個月預期報酬達 13.32% 的騰雲或防守型標的，加速彌補投組累計虧損。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15.85%；只有正報酬才列入排名，補回虧損是第一優先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+5.01%（約 +432,612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+13.32%，創新高機率 85.1%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+5.75%，收正報酬機率 75.0%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遠東銀（+11,936 元）：已獲利 +11,936 元（+2.55%）先入袋；這檔一個月預期只剩 +0.58%，轉買 00731 復華富時高息低波（預期 +5.75%）扣除換股成本後多 4.58%（門檻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潤泰全（+1,850 元）：已獲利 +1,850 元（+0.45%）先入袋；這檔一個月預期只剩 +1.75%，轉買 00731 復華富時高息低波（預期 +5.75%）扣除換股成本後多 3.42%（門檻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合庫金（+49,505 元）：已獲利 +49,505 元（+7.89%）先入袋；這檔一個月預期只剩 +2.71%，轉買 00731 復華富時高息低波（預期 +5.75%）扣除換股成本後多 2.46%（門檻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國票金（+36,804 元）：已獲利 +36,804 元（+5.68%）先入袋；這檔一個月預期只剩 +2.76%，轉買 00731 復華富時高息低波（預期 +5.75%）扣除換股成本後多 2.41%（門檻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致茂（-3,085 元）：收盤 1980.0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欣興（-55,110 元）：買進第 8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台橡（-4,327 元）：6870 騰雲 扣除換股成本後的預期報酬比續抱高 9.10%（門檻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元大金（+1,298 元）：買進第 3 個交易日，未滿 10 個交易日不換股、不因分數小幅轉弱賣出（模型排名每天都會小幅變動，來回換股要付約 0.58% 成本）；跌破停損 67.62 才出場。提醒：已獲利 +1.83%，00731 復華富時高息低波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中砂（-187,461 元）：收盤 846.0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帆宣（-81,212 元）：收盤 597.0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合晶（-11,165 元）：買進第 8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聯茂（+49,965 元）：已獲利 +49,965 元（+6.87%）先入袋；這檔一個月預期只剩 +7.65%，轉買 6870 騰雲（預期 +13.32%）扣除換股成本後多 5.09%（門檻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景碩（-161,054 元）：收盤 986.0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2.27%（門檻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美股費城半導體大跌 6.72% 且台積電ADR重挫 4.52%，直接衝擊半導體與設備族群，導致景碩單日虧損 39,336 元、中砂虧損 33,821 元、帆宣虧損 38,700 元，後續決策全面停損退出。市場 AI 資本支出疑慮引發科技鏈拋售，聯茂單日受創 46,000 元，觸發獲利換股。中東緊張推升原油上漲 1.88%，引發通膨焦慮並壓抑市場情緒；避險資金湧入美債使 10 年期殖利率跌破 5.0% 來到 4.95%，促使資金轉入金融與穩健內需，合庫金與國票金分別貢獻獲利 4,800 元與 2,021 元，後續決策鎖定獲利換股至防禦資產。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今日未辨識出重大國際事件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14</a:t>
            </a:r>
          </a:p>
        </p:txBody>
      </p:sp>
      <p:pic>
        <p:nvPicPr>
          <p:cNvPr id="5" name="Picture 4" descr="2026-10-23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708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15</a:t>
            </a:r>
          </a:p>
        </p:txBody>
      </p:sp>
      <p:pic>
        <p:nvPicPr>
          <p:cNvPr id="5" name="Picture 4" descr="2026-10-23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16</a:t>
            </a:r>
          </a:p>
        </p:txBody>
      </p:sp>
      <p:pic>
        <p:nvPicPr>
          <p:cNvPr id="5" name="Picture 4" descr="2026-10-23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7811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34,798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685,051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479,744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414,599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1,616,054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1,283,550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張+874股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474,565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 張+611股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756,564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-5.86%：先減碼三分之一，確認原因後再決定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+49,505 元（+7.89%）先入袋；這檔一個月預期只剩 +2.71%，轉買 00731 復華富時高息低波（預期 +5.75%）扣除換股成本後多 2.46%（門檻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676,800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+36,804 元（+5.68%）先入袋；這檔一個月預期只剩 +2.76%，轉買 00731 復華富時高息低波（預期 +5.75%）扣除換股成本後多 2.41%（門檻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685,051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+11,936 元（+2.55%）先入袋；這檔一個月預期只剩 +0.58%，轉買 00731 復華富時高息低波（預期 +5.75%）扣除換股成本後多 4.58%（門檻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479,744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+1,850 元（+0.45%）先入袋；這檔一個月預期只剩 +1.75%，轉買 00731 復華富時高息低波（預期 +5.75%）扣除換股成本後多 3.42%（門檻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414,599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986.00 元 ≤ 停損價 999.00 元（成本 1084.26 元，損益 -9.06%）；同時風險警示：已跌破停損價 999.0（目前 986.0）：依紀律全數出場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2.27%（門檻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846.00 元 ≤ 停損價 936.69 元（成本 1017.82 元，損益 -16.88%）；同時風險警示：已跌破停損價 936.69（目前 846.0）：依紀律全數出場；法人近 5 日賣超 1,037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597.00 元 ≤ 停損價 599.23 元（成本 634.77 元，損益 -5.95%）；同時風險警示：已跌破停損價 599.23（目前 597.0）：依紀律全數出場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+49,965 元（+6.87%）先入袋；這檔一個月預期只剩 +7.65%，轉買 6870 騰雲（預期 +13.32%）扣除換股成本後多 5.09%（門檻 1.0%），且創新高機率不低於原標的；同時風險警示：單日重挫 -5.59%：先減碼三分之一，確認原因後再決定；法人近 5 日賣超 3,738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777,000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9.10%（門檻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84,300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1980.00 元 ≤ 停損價 2069.91 元（成本 2365.62 元，損益 -16.30%）；同時風險警示：已跌破停損價 2069.91（目前 1980.0）：依紀律全數出場；法人近 5 日賣超 1,911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喬山｜3 張 + 874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穩健分數達 0.65，一個月收正報酬機率 56.7%，9 月營收年增 17.2%。依風險預算並考量流動性上限買進 3,874 股。收盤跌破 115.0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56.7%、預期最大回檔 -7.5%，且未過熱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56.7%（全市場基準 51.8%），預期最大回檔 -7.5%（回檔幅度排名全市場最小的前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52.7%、預期報酬 +13.4%（模型估計，不是保證）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-0.00（大盤漲跌 1% 時約變動 -0.00%），日波動 1.48%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1.32（由穩健分數 +0.65 換算）= 90,979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7.50 與距 10 日低點 120.00 的距離 2.50 之較大者 = 7.50 元（進場 122.50 → 停損 115.00 元，6.1%）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90,979 ÷ 7.50 = 12,131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423 張 × 2%）」限制，下修至 8,470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4,595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122.57 與前一日收盤 124.0 的較低者 = 122.5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874 股（共 3,874 股），金額約 474,565 元，佔總資產 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56.7%，勝率普通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115.00 元全數賣出 3 張又 874 股（共 3,874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元大金｜10 張 + 611 股｜限價 71.3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穩健分數達 0.64，9 月營收年增 22.7%，外資近 5 日大幅買超。依穩健籃單檔上限加碼買進 10,611 股。收盤跌破 67.7 元全數出場。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+0.64 達門檻（+0.20）；一個月收正報酬機率 64.2%、預期最大回檔 -6.3%，且未過熱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64.2%（全市場基準 51.8%），預期最大回檔 -6.3%（回檔幅度排名全市場最小的前 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58.6%、預期報酬 +5.4%（模型估計，不是保證）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1.30（由穩健分數 +0.64 換算）= 89,598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3.53 與距 10 日低點 68.30 的距離 3.00 之較大者 = 3.53 元（進場 71.30 → 停損 67.70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89,598 ÷ 3.53 = 25,392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23,197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12,585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71.34 與前一日收盤 72.4000015258789 的較低者 = 71.3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611 股（共 10,611 股），金額約 756,564 元，佔總資產 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+0.64 高，信心係數 1.30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64.2%，可提高「正報酬晉級」機率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67.70 元全數賣出 10 張又 611 股（共 10,611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買進【穩健籃】1617 榮星｜17 張 + 849 股｜限價 22.1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穩健分數達 0.60，9 月營收年增 21.9%，法人近 5 日維持買超。按波動度風險法買進 17,849 股。收盤跌破 19.85 元執行停損。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52.7%、預期最大回檔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52.7%（全市場基準 51.8%），預期最大回檔 -8.5%（回檔幅度排名全市場最小的前 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63.3%、預期報酬 +16.5%（模型估計，不是保證）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0.93（大盤漲跌 1% 時約變動 0.93%），日波動 4.15%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1.25（由穩健分數 +0.60 換算）= 86,231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2.66 與距 10 日低點 21.30 的距離 0.80 之較大者，但不超過進場價 10%（2.21） = 2.21 元（進場 22.10 → 停損 19.85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86,231 ÷ 2.21 = 39,019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21,169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22.1 與前一日收盤 22.5 的較低者 = 22.1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取整後：17 張又 849 股（共 17,849 股），金額約 394,463 元，佔總資產 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+21.9%，基本面支撐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52.7%，勝率普通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19.85 元全數賣出 17 張又 849 股（共 17,849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買進【穩健籃】1808 潤隆｜13 張 + 663 股｜限價 33.65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穩健分數 0.59，9 月營收暴增，法人連續 11 日買超。依風險預算與流動性限制買進 13,663 股。收盤跌破 31.85 元停損出場。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46.8%、預期最大回檔 -7.3%，且未過熱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46.8%（全市場基準 51.8%），預期最大回檔 -7.3%（回檔幅度排名全市場最小的前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55.6%、預期報酬 +9.5%（模型估計，不是保證）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0.18（大盤漲跌 1% 時約變動 0.18%），日波動 2.83%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72,400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1.23（由穩健分數 +0.59 換算）= 85,109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1.62 與距 10 日低點 31.90 的距離 1.75 之較大者 = 1.75 元（進場 33.65 → 停損 31.85 元，5.2%）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85,109 ÷ 1.75 = 48,634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1,493 張 × 2%）」限制，下修至 29,868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16,204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33.69 與前一日收盤 33.900001525878906 的較低者 = 33.65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取整後：13 張又 663 股（共 13,663 股），金額約 459,760 元，佔總資產 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11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+63462.8%，基本面支撐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46.8%，勝率普通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31.85 元全數賣出 13 張又 663 股（共 13,663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買進【進攻籃】2468 華經｜36 張｜限價 55.5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綜合分數 0.76，創新高機率達 95.9%，9 月營收年增 68.8%。依進攻籃配置買進 36,000 股以捕捉強勢動能。收盤跌破 49.95 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7%、創新高機率 95.9%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95.9%（全市場基準 17.9%，排名前 0%），預期超額報酬 +6.77%（排名前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55.0，現價 55.0），正處於創高區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+18.1%、近 60 日 +58.7%，相對大盤 20 日 +21.7%、60 日 +53.2%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1.44（由綜合分數 +0.76 換算）= 99,697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7.28 與距 10 日低點 40.50 的距離 15.00 之較大者，但不超過進場價 10%（5.55） = 5.55 元（進場 55.50 → 停損 49.95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99,697 ÷ 5.55 = 17,963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18,043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36,000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55.14 × (1 + 0.5%) = 55.5，提高成交機率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張（36,000 股），金額約 1,998,000 元，佔總資產 23.1%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6 股只有 333 元，低於 14,035 元會被最低手續費 20 元拉高費率（約 6.01%），所以不買零股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+68.8%，基本面支撐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55.0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49.95 元全數賣出 36 張（36,000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運錩｜38 張｜限價 29.1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綜合分數 0.71，創新高機率 79.7%，均線呈多頭排列。按可用資金分配買進 38,000 股以補足進攻比重。收盤跌破 26.15 元執行停損。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+0.71 達門檻（+0.30）；一個月模型預期超額報酬排名全市場前 2%、創新高機率 79.7%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79.7%（全市場基準 17.9%，排名前 5%），預期超額報酬 +9.02%（排名前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-3.7%（52 週高 30.05，現價 28.95）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+19.6%、近 60 日 +57.8%，相對大盤 20 日 +23.1%、60 日 +52.2%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1.39（由綜合分數 +0.71 換算）= 96,244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23.70 的距離 5.40 之較大者，但不超過進場價 10%（2.91） = 2.91 元（進場 29.10 → 停損 26.15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96,244 ÷ 2.91 = 33,074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5,185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38,000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28.91 × (1 + 0.5%) = 29.1，提高成交機率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取整後：38 張（38,000 股），金額約 1,105,800 元，佔總資產 12.8%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258 股只有 7,508 元，低於 14,035 元會被最低手續費 20 元拉高費率（約 0.27%），所以不買零股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+0.71 高，信心係數 1.39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3.7%）即確認創新高，續抱讓獲利奔跑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26.15 元全數賣出 38 張（38,000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GIS-KY｜19 張 + 721 股｜限價 101.0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綜合分數 0.70，創新高機率 85.0%，9 月營收年增 30.8% 且外資大買。依風險預算買進 19,721 股。收盤跌破 90.9 元嚴格停損。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+0.70 達門檻（+0.30）；一個月模型預期超額報酬排名全市場前 7%、創新高機率 85.0%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85.0%（全市場基準 17.9%，排名前 3%），預期超額報酬 +6.61%（排名前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-5.6%（52 週高 108.0，現價 102.0）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+41.9%、近 60 日 +61.7%，相對大盤 20 日 +45.4%、60 日 +56.1%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1.38（由綜合分數 +0.70 換算）= 94,950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15.54 與距 10 日低點 83.30 的距離 17.70 之較大者，但不超過進場價 10%（10.10） = 10.10 元（進場 101.00 → 停損 90.90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94,950 ÷ 10.10 = 9,401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10,320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100.28 × (1 + 0.5%) = 101.0，提高成交機率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721 股（共 19,721 股），金額約 1,991,821 元，佔總資產 23.1%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5.6%）即確認創新高，續抱讓獲利奔跑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90.90 元全數賣出 19 張又 721 股（共 19,721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37</a:t>
            </a:r>
          </a:p>
        </p:txBody>
      </p:sp>
      <p:pic>
        <p:nvPicPr>
          <p:cNvPr id="5" name="Picture 4" descr="2026-10-23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64586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96.2%（每日收盤檢查，未達扣報酬率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92.9%（目標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20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19 筆 = 107 筆；剩餘 25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2,589,534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-13.68%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88.1%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2026-10-23　|　40</a:t>
            </a:r>
          </a:p>
        </p:txBody>
      </p:sp>
      <p:pic>
        <p:nvPicPr>
          <p:cNvPr id="5" name="Picture 4" descr="2026-10-23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