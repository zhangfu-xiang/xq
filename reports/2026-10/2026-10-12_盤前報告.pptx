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盤前報告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2026-10-12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997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-0.33%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83.0%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美股隔夜那斯達克、標普500收高，費城半導體微跌，美元兌台幣升值，原油上揚，台股在國慶連假後受美337調查與國際利空壓力，預期開盤補跌。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台股開盤恐重挫千點，盤中震盪整理，模型對台指開高命中率為80.9%。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523 股（零股），保留 1 張又 48 股（共 1,048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41 股（共 1,041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14 張又 345 股（共 14,345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150 股（共 1,150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0／警告 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523 股（零股）（持有 1,571 股的 33%），限價 797.0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【提醒】2845 遠東銀：距停損價 12.6 只剩 2.8%，先掛好停損單 → 續抱，持續觀察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檔漲停：同產業集體漲停：光頡、金山電、騰輝電子-KY、九豪、安碁、鈺鎧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【提醒】半導體業 5 檔漲停：同產業集體漲停：精測、宏捷科、台亞、台星科、廣穎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-207,200 元：均價 49,875、現價 49,357 → 依建議的停損停利執行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38／跌停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跌停｜2059 川湖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可能原因（新聞）：一張賠131萬元！股后川湖營收爆雷跌停 分析師：做頭了 - Yahoo股市；股后川湖9月營收月減逾3成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跌停｜8227 巨有科技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可能原因（新聞）：8227 巨有科技 - 又不🤫🤫🤫小心加碼。 - 股市爆料同學會 - CMoney；討論牆 | 盤中速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跌停｜6716 應廣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可能原因（新聞）：【11:29 即時新聞】應廣(6716)股價走強，IC設計族群資金回流受關注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跌停｜8084 巨虹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電子通路業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可能原因（新聞）：高掛4千張賣單搶出場逃命！巨虹再吞第9根跌停「股東卻不減反增」 專家看傻：這什麼概念？ - Yahoo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漲停｜3624 光頡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可能原因（新聞）：【光頡法說會重點內容備忘錄】未來展望趨勢 20261007 - 富果直送；光頡(3624)亮燈漲停，你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漲停｜6510 精測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可能原因（新聞）：旺矽（6223）與精測（6510）同步獲得青睞，測試介面族群... - 股市爆料同學會 - CMone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漲停｜8086 宏捷科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可能原因（新聞）：焦點股》宏捷科：主力回來了！股價連兩日亮燈 - 自由財經；訂單滿手，宏捷科Q4營收有望季增- 新聞 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漲停｜2340 台亞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可能原因（新聞）：台亞(2340) 個股概覽 | 個股 - 股市 - CMoney；【09:19 即時新聞】台亞(234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漲停｜8042 金山電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可能原因（新聞）：【10:26 即時新聞】金山電(8042)盤中勁揚逾8% 被動元件族群續強領漲 - CMoney投資網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漲停｜6672 騰輝電子-KY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可能原因（新聞）：騰輝電子-KY、由田等8檔10/6起打入處置 友達等64檔列注意股 - 自由財經；騰輝電子-KY營收首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漲停｜6127 九豪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九豪(6127)9月營收9,607萬元年增率高達54.42％｜新聞快訊｜豐雲學堂 - 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漲停｜3265 台星科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可能原因（新聞）：【台星科法說會重點內容備忘錄】未來展望趨勢 20261006 - 富果直送；台星科(3265)連兩日漲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76%／穩健 14%／ETF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+4.7%），積極進攻 → 進攻籃 85%（已持續 38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85%、穩健籃 15%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76%、穩健籃 14%、ETF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686 萬，執行後佔總資產 51.4%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121 萬，執行後佔總資產 26.4%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90 萬，執行後佔總資產 5.1%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復華富時高息低波、00757 統一FANG+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今日進攻籃佔76.5%、穩健籃13.5%、ETF籃10%，較昨日進攻籃85%、穩健籃15%略降，因美337調查風險升高，資金轉向防禦。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2820 華票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8114 振樺電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-0.33%、距高點回撤 -2.27%、剩 34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57.8%（模型估計，不是保證）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64.5%（基準 64.1%）、平均每次 +0.68%（一直做多 +0.79%），沒有擇時優勢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1,297 點（停損距離）約虧損 518,800 元（總資產 5.2%），可考慮減碼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9</a:t>
            </a:r>
          </a:p>
        </p:txBody>
      </p:sp>
      <p:pic>
        <p:nvPicPr>
          <p:cNvPr id="5" name="Picture 4" descr="2026-10-12_盤前報告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41234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-0.38%（-2,400 元），主因為「個股特有因素」（-0.29%）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+1.23%（+8,083 元），主因為「個股特有因素」（+1.29%）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-0.38%（-1,804 元），主因為「個股特有因素」（-0.29%）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+0.68%（+5,738 元），主因為「個股特有因素」（+0.84%）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-2.27%（-40,975 元），主因為「大盤因素」（-1.79%）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+8.58%（+47,214 元），主因為「個股特有因素」（+9.19%）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-40,975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+8.58%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+47,214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+15,710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852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台股受美337調查與國際利空拖累，半導體業領跌，個股如景碩、中砂受大盤與產業雙重影響下跌，而帆宣、聯茂則因個股基本面良好逆勢上漲。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11</a:t>
            </a:r>
          </a:p>
        </p:txBody>
      </p:sp>
      <p:pic>
        <p:nvPicPr>
          <p:cNvPr id="5" name="Picture 4" descr="2026-10-12_盤前報告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虧損部位如景碩、中砂可續抱並加碼，因模型排名仍在前列且股價在月線之上，虧損未擴大；盈餘部位如聯茂、帆宣則可持有或適度加碼，待回測月線後再決策。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-33,216 元（-0.33%），已實現 -582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0.33%；只有正報酬才列入排名，補回虧損是第一優先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+5.00%（約 +498,232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進攻籃最佳替換候選：3443 創意，一個月預期報酬 +16.79%，創新高機率 90.7%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穩健籃最佳替換候選：00757 統一FANG+，一個月預期報酬 +2.49%，收正報酬機率 77.3%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合庫金（+7,505 元）：買進第 4 個交易日，未滿 10 個交易日不換股、不因分數小幅轉弱賣出（模型排名每天都會小幅變動，來回換股要付約 0.58% 成本）；跌破停損 25.28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國票金（+18,617 元）：買進第 4 個交易日，未滿 10 個交易日不換股、不因分數小幅轉弱賣出（模型排名每天都會小幅變動，來回換股要付約 0.58% 成本）；跌破停損 15.43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遠東銀（-689 元）：買進第 4 個交易日，未滿 10 個交易日不換股、不因分數小幅轉弱賣出（模型排名每天都會小幅變動，來回換股要付約 0.58% 成本）；跌破停損 12.6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潤泰全（+19,151 元）：買進第 4 個交易日，未滿 10 個交易日不換股、不因分數小幅轉弱賣出（模型排名每天都會小幅變動，來回換股要付約 0.58% 成本）；跌破停損 55.39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景碩（-15,183 元）：模型排名仍在全市場前 3%、股價在月線之上、虧損未擴大，權重 17.7%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艾笛森（+8,775 元）：模型排名仍在全市場前 10%、股價在月線之上、虧損未擴大，權重 6.0%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【續抱並可加碼】1560 中砂（-11,719 元）：模型排名仍在全市場前 5%、股價在月線之上、虧損未擴大，權重 10.5%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帆宣（+24,212 元）：模型排名仍在全市場前 14%、股價在月線之上、虧損未擴大，權重 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【續抱】6213 聯茂（+125,769 元）：買進第 4 個交易日，未滿 10 個交易日不換股、不因分數小幅轉弱賣出（模型排名每天都會小幅變動，來回換股要付約 0.58% 成本）；跌破停損 639.23 才出場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台橡（-1,027 元）：模型排名仍在全市場前 8%、股價在月線之上、虧損未擴大，權重 0.9%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致茂（-285 元）：買進第 1 個交易日，未滿 10 個交易日不換股、不因分數小幅轉弱賣出（模型排名每天都會小幅變動，來回換股要付約 0.58% 成本）；跌破停損 2069.91 才出場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美337調查對鴻海、台達電、廣達形成供應鏈擔憂，方向為負面，幅度約影響台股短期下跌700點，後續決策為觀察法人動向與台積電法說會；美元兌台幣升值對出口類股形成壓力，但影響有限。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美啟動337調查鴻海、台達電、廣達等台廠，引發市場對供應鏈的擔憂 → VIX恐慌指數↑：預估 -61,880 元（-0.62%）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台積電ADR連續下跌約4%，台股恐面臨千點跌勢壓力 → 費城半導體↓：預估 -70,571 元（-0.71%）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中東地緣政治局勢升溫，包括利雅德機場遇襲及荷姆茲海峽船隻被擊中 → VIX恐慌指數↑：預估 -61,880 元（-0.62%）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美聯儲利率預期受就業數據影響，升息壓力緩解 → 美國10年債殖利率↓：預估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美元指數面臨上行風險，受多重因素支撐 → 美元兌台幣↑：預估 -11,981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黃金大跌創低點，顯示避險需求減弱 → 黃金↓：預估 -20,504 元（-0.21%）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國際油價受能源停火及供應預期影響，支撐原油價格 → 西德州原油↑：預估 -18,321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中歐就混動車貿易達諒解，有望避免加徵關稅 → 中國大型股ETF↓：預估 -6,645 元（-0.07%）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國際事件：美啟動337調查鴻海、台達電、廣達等台廠，引發市場對供應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-17,443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-10,514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-15,195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國際事件：台積電ADR連續下跌約4%，台股恐面臨千點跌勢壓力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-26,076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-12,301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-14,941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0.6105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國際事件：中東地緣政治局勢升溫，包括利雅德機場遇襲及荷姆茲海峽船隻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-17,443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-10,514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-15,195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17</a:t>
            </a:r>
          </a:p>
        </p:txBody>
      </p:sp>
      <p:pic>
        <p:nvPicPr>
          <p:cNvPr id="5" name="Picture 4" descr="2026-10-12_盤前報告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654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18</a:t>
            </a:r>
          </a:p>
        </p:txBody>
      </p:sp>
      <p:pic>
        <p:nvPicPr>
          <p:cNvPr id="5" name="Picture 4" descr="2026-10-12_盤前報告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19</a:t>
            </a:r>
          </a:p>
        </p:txBody>
      </p:sp>
      <p:pic>
        <p:nvPicPr>
          <p:cNvPr id="5" name="Picture 4" descr="2026-10-12_盤前報告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9570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張+523股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421,538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張+944股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289,101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張+519股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146.75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141.85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222,913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+ 523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進攻籃第 1 段停利：報酬 +11.03% ≥ 10%；同時風險警示：列為處置股（連續三次及當日沖銷標準，115/10/08～115/10/19）：改為分盤撮合、可能需預收款，流動性變差，減碼三分之一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持有 1,571 股 × 33% = 524 股，取整為 523 股（零股）；先實現部分獲利、保留其餘部位參與後續漲幅，停損上移至成本價保本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1,048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+ 944 股｜限價 98.2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買入復華富時高息低波2944股，ETF籃配置需求，分散風險且預期超額報酬+4.31%。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67.6%（全市場基準 20.8%，排名前 13%），預期超額報酬 +4.31%（排名前 27%）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-1.9%（52 週高 100.2，現價 98.25），正處於創高區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+0.7%、近 60 日 +11.9%，相對大盤 20 日 -4.0%、60 日 +1.7%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897,011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9,966,784 元 × 每筆風險 1.5% × 信心係數 1.50（由ETF 分數 +0.99 換算）= 224,253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2.03 與距 10 日低點 96.65 的距離 1.55 之較大者 = 2.03 元（進場 98.20 → 停損 96.15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224,253 ÷ 2.03 = 110,547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590 張 × 2%）」限制，下修至 11,809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8,865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98.22 與前一日收盤 98.25 的較低者 = 98.2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944 股（共 2,944 股），金額約 289,101 元，佔總資產 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71.0%，可提高「正報酬晉級」機率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96.15 元全數賣出 2 張又 944 股（共 2,944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104.05 元（+6%）賣出 981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109.95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統一FANG+｜1 張 + 519 股｜限價 146.75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買入統一FANG+1519股，ETF籃配置需求，近期法人連續買超且創新高機率高。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+0.98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96.3%（全市場基準 20.8%，排名前 1%），預期超額報酬 +1.65%（排名前 61%）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-0.3%（52 週高 147.2，現價 146.75），正處於創高區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+5.5%、近 60 日 +11.1%，相對大盤 20 日 +0.8%、60 日 +0.9%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897,011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9,966,784 元 × 每筆風險 1.5% × 信心係數 1.50（由ETF 分數 +0.98 換算）= 224,253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2.94 與距 10 日低點 141.90 的距離 4.85 之較大者 = 4.85 元（進場 146.75 → 停損 141.85 元，3.3%）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224,253 ÷ 4.85 = 46,238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10,188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7,647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1,519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147.03 與前一日收盤 146.75 的較低者 = 146.75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519 股（共 1,519 股），金額約 222,913 元，佔總資產 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+0.98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3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77.3%，可提高「正報酬晉級」機率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-2.0%，下檔有限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141.85 元全數賣出 1 張又 519 股（共 1,519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155.55 元（+6%）賣出 506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164.35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24</a:t>
            </a:r>
          </a:p>
        </p:txBody>
      </p:sp>
      <p:pic>
        <p:nvPicPr>
          <p:cNvPr id="5" name="Picture 4" descr="2026-10-12_盤前報告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02259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期貨戶轉入證券戶：90,240 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80.3%（建倉期至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82.9%（目標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11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73 筆＋本次建議 3 筆 = 76 筆；剩餘 34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2,990,035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-0.33%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80.5% / 30.7%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盤前報告 2026-10-12　|　27</a:t>
            </a:r>
          </a:p>
        </p:txBody>
      </p:sp>
      <p:pic>
        <p:nvPicPr>
          <p:cNvPr id="5" name="Picture 4" descr="2026-10-12_盤前報告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