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2026-10-05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1,008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+0.84%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98.0%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與標普500皆收高，費城半導體指數漲2.4%，台幣兌美元升值至31.74，外資前9月累計淨匯入1083.9億美元創新高，台股大盤暴漲1236.3點收在49712.04點創歷史新高，成交量突破1.15兆元，外資大買超逾718億元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台股開盤預測開低0.24%，盤中預期續強0.13%，模型開盤命中率80.2%，台股在電子權值股領軍下有望維持強勢，但需留意美債標售變數。（注意：盤後版使用的美股資料為前一晚收盤，明早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57,624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 張又 624 股（共 57,624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35 張又 251 股（共 35,251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9 張又 563 股（共 9,563 股），加碼後共 23 張又 908 股（共 23,908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571 股（共 1,571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26 股（共 1,026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41 股（共 1,041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0／警告 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【提醒】2915 潤泰全：距停損價 55.38 只剩 2.7%，先掛好停損單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【提醒】6213 聯茂：漲停（751.0）：強勢續抱，依停利規則分批出場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【提醒】6196 帆宣：漲停（679.0）：強勢續抱，依停利規則分批出場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遠東銀：距停損價 12.5 只剩 2.4%，先掛好停損單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【提醒】2889 國票金：法人近 5 日賣超 17,564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【提醒】5880 合庫金：距停損價 25.19 只剩 2.8%，先掛好停損單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【提醒】1303 南亞：盤中已漲停（286.0）：追價風險高、可能買不到 → 不追價，維持原限價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8 檔漲停：同產業集體漲停：臻鼎-KY、金居、台燿、華新科、泰鼎-KY、好德 → 題材發酵中，但不追漲停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46／跌停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跌停｜6538 倉和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可能原因（新聞）：倉和(6538)千張大戶與散戶持股比例，持股籌碼集中度查詢 - 股市爆料同學會 - CMoney；盤中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跌停｜6949 沛爾生醫*-創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創新板股票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可能原因（新聞）：沛爾生醫*-創 更正本公司115年第二季合併財務報告部分內容 - CMoney；盤中速報 - 沛爾生醫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跌停｜7772 耀穎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可能原因（新聞）：《半導體》注意股：耀穎 近5日漲23.29% - 富聯網；7772 耀穎- 【10/05 產業即時新聞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跌停｜8084 巨虹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可能原因（新聞）：連吞6根跌停！「最慘記憶體股」巨虹自結8月每股虧0.25元 年減逾8成 - Yahoo股市；巨虹(80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漲停｜4958 臻鼎-KY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可能原因（新聞）：三大法人買賣超 – 外資買超(4958)臻鼎-KY、(3037)欣興，投信買超(2327)國巨*、(4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漲停｜8358 金居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可能原因（新聞）：今日漲停股｜PCB升級與AI光通訊領軍，南亞、華通、金居強勢攻頂，助陣台股創新高1005｜豐雲學堂20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漲停｜6274 台燿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可能原因（新聞）：台燿(6274)子公司與轉投資主要持股明細 - 股市爆料同學會 - CMoney；營收速報 - 台燿(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漲停｜2492 華新科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可能原因（新聞）：被動元件紅通通！華新科連2燈、國巨飆一個半月新高 分析師這樣看 - Yahoo股市；華新科(2492)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漲停｜8150 南茂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可能原因（新聞）：南茂(8150)借券與融券餘額查詢｜融資融券與借券統計 - 股市爆料同學會 - CMoney；歐系外資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漲停｜6187 萬潤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可能原因（新聞）：萬潤（6187）做什麼的？從半導體點膠機到 CoWoS 先進封裝 - pocket.tw；萬潤(618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漲停｜6442 光聖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可能原因（新聞）：光聖(6442) 個股概覽 | 個股 - 股市 - CMoney；【11:20 即時新聞】光聖(644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漲停｜8021 尖點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可能原因（新聞）：尖點(8021) 個股概覽 | 個股 - 股市 - CMoney；盤中速報 - 尖點(8021)股價拉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44%／穩健 36%／ETF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基準配置：進攻籃 60%、穩健籃 40%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大盤過熱 → 進攻 −5%：加權指數 20 日漲幅 +8.4% &gt; 8%（高檔追價風險升高，提高穩健部位）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55%、穩健籃 45%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44%、穩健籃 36%、ETF 籃 20%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大盤過熱 1 項 → ETF +5%（以分散標的降低個股追高風險）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20%（佔股票＋ETF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399 萬，執行後佔總資產 41.6%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進攻籃買進：1303 南亞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327 萬，執行後佔總資產 36.0%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穩健籃買進：2330 台積電、2886 兆豐金、2820 華票、2915 潤泰全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182 萬，執行後佔總資產 20.0%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復華富時高息低波、00757 統一FANG+、0050 元大台灣50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44%、穩健籃佔36%、ETF籃佔20%，較基準調整為進攻籃減5%、穩健籃加5%，原因是大盤過熱（20日漲幅+8.4%&gt;8%），提高穩健部位以分散風險。進攻籃買入南亞(1303)因綜合分數+0.82達門檻，穩健籃買入台積電(2330)、兆豐金(2886)、華票(2820)、潤泰全(2915)因穩健分數達標且未過熱，ETF籃買入復華富時高息低波(00731)、統一FANG+(00757)、元大台灣50(0050)因ETF分數達標且可分散個股風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2330 台積電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2886 兆豐金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00984A 主動安聯台灣高息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00965 元大航太防衛科技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00961 FT臺灣永續高息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009803 玉山市值動能50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00929 復華台灣科技優息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2820 華票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+0.84%、距高點回撤 +0.00%、剩 38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正常狀態：訊號夠強時以小部位放大報酬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59.7%（模型估計，不是保證）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60.6%（基準 63.9%）、平均每次 +0.85%（一直做多 +0.77%），沒有擇時優勢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目前沒有足夠的擇時優勢，不建議做多或放空期貨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9</a:t>
            </a:r>
          </a:p>
        </p:txBody>
      </p:sp>
      <p:pic>
        <p:nvPicPr>
          <p:cNvPr id="5" name="Picture 4" descr="2026-10-05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24486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-1.77%（-10,264 元），主因為「產業因素」（-3.44%）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-1.04%（-8,607 元），主因為「個股特有因素」（-1.42%）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6213 聯茂：今日上漲 +9.96%（+106,828 元），主因為「個股特有因素」（+7.39%）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1560 中砂：今日上漲 +2.46%（+26,025 元），主因為「產業因素」（-3.38%）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+4.29%（+46,170 元），主因為「大盤因素」（+4.58%）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6196 帆宣：今日上漲 +9.87%（+61,000 元），主因為「個股特有因素」（+8.76%）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-10,264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-3.44%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+106,828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+26,025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+46,170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-8,813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1206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ADR漲2.96%帶動台股電子權值股領軍，費城半導體指數漲2.4%提升半導體類股，外資大買超718億元是主要推動力，個股方面聯茂(6213)因個股特有因素漲9.96%，帆宣(6196)因個股特有因素漲9.87%，景碩(3189)因大盤因素漲4.29%，中砂(1560)因產業因素漲2.46%，艾笛森(3591)因產業因素下跌-1.77%，潤泰全(2915)因個股特有因素下跌-1.04%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11</a:t>
            </a:r>
          </a:p>
        </p:txBody>
      </p:sp>
      <p:pic>
        <p:nvPicPr>
          <p:cNvPr id="5" name="Picture 4" descr="2026-10-05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虧損補回方面，艾笛森(3591)決策換股為6658 聯策，因扣除換股成本後預期報酬比續抱高5.19%（門檻1.5%），創新高機率不低於原標的；遠東銀(2845)、國票金(2889)、合庫金(5880)決策換股為00731 復華富時高息低波，因扣除換股成本後預期報酬比續抱高2.63%、2.78%、2.76%（門檻1.5%），且收正報酬機率不低於原標的；潤泰全(2915)決策續抱，因模型預期仍為正，未觸及停損，換股的預期效益不足以支付換股成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+83,884 元（+0.84%），已實現 +0 元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+5.29%（約 +533,424 元）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進攻籃最佳替換候選：6658 聯策，一個月預期報酬 +17.59%，創新高機率 66.9%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穩健籃最佳替換候選：00731 復華富時高息低波，一個月預期報酬 +4.74%，收正報酬機率 75.9%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艾笛森（-17,920 元）：6658 聯策 扣除換股成本後的預期報酬比續抱高 5.19%（門檻 1.5%），且創新高機率不低於原標的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潤泰全（-9,452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聯茂（+39,365 元）：模型排名仍在全市場前 1%、股價在月線之上、虧損未擴大，權重 11.7%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中砂（+19,512 元）：模型排名仍在全市場前 7%、股價在月線之上、虧損未擴大，權重 10.7%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景碩（+39,628 元）：模型排名仍在全市場前 4%、股價在月線之上、虧損未擴大，權重 11.1%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【續抱】6196 帆宣（+29,075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【換股】2845 遠東銀（-6,098 元）：00731 復華富時高息低波 扣除換股成本後的預期報酬比續抱高 2.63%（門檻 1.5%），且收正報酬機率不低於原標的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【換股】2889 國票金（-1,350 元）：00731 復華富時高息低波 扣除換股成本後的預期報酬比續抱高 2.78%（門檻 1.5%），且收正報酬機率不低於原標的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【換股】5880 合庫金（-8,875 元）：00731 復華富時高息低波 扣除換股成本後的預期報酬比續抱高 2.76%（門檻 1.5%），且收正報酬機率不低於原標的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外資持台股債存款金額破1.9兆美元，占外匯存底321%創新高，對台幣方向正向，短期影響，對景碩(3189)影響-0.69%，金額-7752元，決策列入觀察，暫不調整部位；美股科技股強勢反彈帶動台股大漲，外資買超718億元，對費城半導體方向正向，短期影響，對聯茂(6213)影響+1.17%，金額+13804元，決策有利，支持續抱；新台幣匯價連四日上漲收31.788元，外資匯入推升台幣升值，對美元兌台幣方向正向，短期影響，對景碩(3189)影響-0.69%，金額-7752元，決策輕度不利，列入觀察，暫不調整部位；美聯儲升息預期轉弱，美債殖利率下滑，帶動台股與匯率上揚，對美國10年債殖利率方向負向，中期影響，無金額影響；中國電動車歐洲佔有率高達12%，英國擬加45%關稅，對VIX恐慌指數方向正向，中期影響，對聯茂(6213)影響-1.22%，金額-14394元，決策不利且敏感度高，嚴守停損597.0元、暫停加碼；日本企業以空前速度撤離中國，受經濟放緩與外交不睦影響，對中國大型股ETF方向負向，中期影響，對帆宣(6196)影響-0.52%，金額-3531元，決策輕度不利，列入觀察，暫不調整部位；國際油價受G7影響僅能被壓低2日，顯示油價支撐有限，對西德州原油方向負向，短期影響，對艾笛森(3591)影響+0.51%，金額+2910元，決策有利，支持續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外資持台股債存款金額破1.9兆美元，占外匯存底321%創新高 → 美元兌台幣↑：預估 -7,752 元（-0.08%）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美股科技股強勢反彈帶動台股大漲，外資買超718億元 → 費城半導體↑：預估 +59,246 元（+0.59%）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新台幣匯價連四日上漲收31.788元，外資匯入推升台幣升值 → 美元兌台幣↑：預估 -7,752 元（-0.08%）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美聯儲升息預期轉弱，美債殖利率下滑，帶動台股與匯率上揚 → 美國10年債殖利率↓：預估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中國電動車歐洲佔有率高達12%，英國擬加45%關稅 → VIX恐慌指數↑：預估 -54,482 元（-0.54%）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日本企業以空前速度撤離中國，受經濟放緩與外交不睦影響 → 中國大型股ETF↓：預估 -6,977 元（-0.07%）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美聯儲10月不見得再升息，股匯齊揚台幣升值4.2分 → 美國10年債殖利率↓：預估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國際油價受G7影響僅能被壓低2日，顯示油價支撐有限 → 西德州原油↓：預估 +17,141 元（+0.17%）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國際事件：外資持台股債存款金額破1.9兆美元，占外匯存底321%創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-1.1805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-2.1144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-7,752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國際事件：美股科技股強勢反彈帶動台股大漲，外資買超718億元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+2,682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+13,804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+12,667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+16,515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國際事件：新台幣匯價連四日上漲收31.788元，外資匯入推升台幣升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-1.1805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-2.1144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-7,752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17</a:t>
            </a:r>
          </a:p>
        </p:txBody>
      </p:sp>
      <p:pic>
        <p:nvPicPr>
          <p:cNvPr id="5" name="Picture 4" descr="2026-10-05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648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18</a:t>
            </a:r>
          </a:p>
        </p:txBody>
      </p:sp>
      <p:pic>
        <p:nvPicPr>
          <p:cNvPr id="5" name="Picture 4" descr="2026-10-05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19</a:t>
            </a:r>
          </a:p>
        </p:txBody>
      </p:sp>
      <p:pic>
        <p:nvPicPr>
          <p:cNvPr id="5" name="Picture 4" descr="2026-10-05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9570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570,678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461,709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 張+624股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921,984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 張+251股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913,001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穩健｜2330 台積電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張+356股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2560.0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911,360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穩健｜2886 兆豐金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 張+813股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912,430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穩健｜2820 華票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 張+857股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445,826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 張+563股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 張+805股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97.95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568,600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 張+51股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143.35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724,061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進攻｜0050 元大台灣50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 張+263股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724,003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張+462股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133,980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換股：6658 聯策 扣除換股成本後的預期報酬比續抱高 5.19%（門檻 1.5%），且創新高機率不低於原標的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570,678 元，依分數重新配置到同一籃的買進候選（最佳替換標的 6658 聯策，實際買進股數受單一標的與產業上限約束，見買進明細）；部分換股會讓兩檔都表現平庸，因此一次換完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換股：00731 復華富時高息低波 扣除換股成本後的預期報酬比續抱高 2.63%（門檻 1.5%），且收正報酬機率不低於原標的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461,709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國票金｜57 張 + 624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換股：00731 復華富時高息低波 扣除換股成本後的預期報酬比續抱高 2.78%（門檻 1.5%），且收正報酬機率不低於原標的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57 張又 624 股（共 57,624 股），回收資金約 921,984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合庫金｜35 張 + 251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換股：00731 復華富時高息低波 扣除換股成本後的預期報酬比續抱高 2.76%（門檻 1.5%），且收正報酬機率不低於原標的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35 張又 251 股（共 35,251 股），回收資金約 913,001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買進【穩健籃】2330 台積電｜0 張 + 356 股｜限價 2560.0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決策買進台積電，因穩健籃穩健分數+0.86達門檻，一個月收正報酬機率64.1%，預期最大回檔-3.7%，且未過熱，可作為穩健核心持股。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+0.86 達門檻（+0.20）；一個月收正報酬機率 64.1%、預期最大回檔 -3.7%，且未過熱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64.1%（全市場基準 54.2%），預期最大回檔 -3.7%（回檔幅度排名全市場最小的前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1.01（大盤漲跌 1% 時約變動 1.01%），日波動 1.22%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+4.8%、RSI14 = 67.6，未過熱、不追高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36% → 目標金額 3,267,178 元（已持有 816,231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10,083,884 元 × 每筆風險 1.5% × 信心係數 1.50（由穩健分數 +0.86 換算）= 226,887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75.00 與距 10 日低點 2435.00 的距離 125.00 之較大者 = 125.00 元（進場 2560.00 → 停損 2435.00 元，4.9%）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226,887 ÷ 125.00 = 1,815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788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431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2562.27 與前一日收盤 2575.0 的較低者 = 2560.0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取整後：356 股（零股），金額約 911,360 元，佔總資產 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+0.86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64.1%，可提高「正報酬晉級」機率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-3.7%，下檔有限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+53.3%，基本面支撐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2435.00 元全數賣出 356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2710.0 元（+6%）賣出 118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2865.0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買進【穩健籃】2886 兆豐金｜18 張 + 813 股｜限價 48.5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決策買進兆豐金，因穩健籃穩健分數+0.83達門檻，一個月收正報酬機率68.9%，預期最大回檔-4.2%，且未過熱，可提高穩健籃正報酬晉級機率。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+0.83 達門檻（+0.20）；一個月收正報酬機率 68.9%、預期最大回檔 -4.2%，且未過熱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68.9%（全市場基準 54.2%），預期最大回檔 -4.2%（回檔幅度排名全市場最小的前 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-0.09（大盤漲跌 1% 時約變動 -0.09%），日波動 1.39%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-3.5%、RSI14 = 42.6，未過熱、不追高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36% → 目標金額 3,267,178 元（已持有 816,231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10,083,884 元 × 每筆風險 1.5% × 信心係數 1.50（由穩健分數 +0.83 換算）= 226,887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2.31 與距 10 日低點 48.35 的距離 0.15 之較大者 = 2.31 元（進場 48.50 → 停損 46.15 元，4.8%）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226,887 ÷ 2.31 = 98,038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41,583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22,769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48.56 與前一日收盤 48.54999923706055 的較低者 = 48.5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取整後：18 張又 813 股（共 18,813 股），金額約 912,430 元，佔總資產 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+0.83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68.9%，可提高「正報酬晉級」機率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-4.2%，下檔有限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46.15 元全數賣出 18 張又 813 股（共 18,813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51.4 元（+6%）賣出 6 張又 270 股（共 6,270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54.3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買進【穩健籃】2820 華票｜26 張 + 857 股｜限價 16.6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決策買進華票，因穩健籃穩健分數+0.59達門檻，一個月收正報酬機率62.9%，預期最大回檔-2.7%，且未過熱，可分散穩健籃風險。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62.9%、預期最大回檔 -2.7%，且未過熱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62.9%（全市場基準 54.2%），預期最大回檔 -2.7%（回檔幅度排名全市場最小的前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0.03（大盤漲跌 1% 時約變動 0.03%），日波動 0.84%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-2.9%、RSI14 = 37.7，未過熱、不追高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36% → 目標金額 3,267,178 元（已持有 816,231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10,083,884 元 × 每筆風險 1.5% × 信心係數 1.24（由穩健分數 +0.59 換算）= 187,560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0.45 與距 10 日低點 16.60 的距離 0.00 之較大者 = 0.45 元（進場 16.60 → 停損 16.15 元，2.7%）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187,560 ÷ 0.45 = 416,801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2,968 張 × 2%）」限制，下修至 59,361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32,503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16.6 與前一日收盤 16.600000381469727 的較低者 = 16.6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取整後：26 張又 857 股（共 26,857 股），金額約 445,826 元，佔總資產 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62.9%，可提高「正報酬晉級」機率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+54.7%，基本面支撐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16.15 元全數賣出 26 張又 857 股（共 26,857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17.55 元（+6%）賣出 8 張又 951 股（共 8,951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18.55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買進【穩健籃】2915 潤泰全｜9 張 + 563 股｜限價 56.8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決策續抱，因潤泰全今日因個股特有因素下跌-1.04%，模型預期仍為正，未觸及停損，換股的預期效益不足以支付換股成本。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+0.22 達門檻（+0.20）；一個月收正報酬機率 59.0%、預期最大回檔 -4.5%，且未過熱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59.0%（全市場基準 54.2%），預期最大回檔 -4.5%（回檔幅度排名全市場最小的前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0.23（大盤漲跌 1% 時約變動 0.23%），日波動 1.31%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-1.8%、RSI14 = 44.8，未過熱、不追高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36% → 目標金額 3,267,178 元（已持有 816,231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10,083,884 元 × 每筆風險 1.5% × 信心係數 0.78（由穩健分數 +0.22 換算）= 117,981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2.11 與距 10 日低點 56.60 的距離 0.20 之較大者 = 2.11 元（進場 56.80 → 停損 54.60 元，3.7%）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117,981 ÷ 2.11 = 55,802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21,136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11,573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56.88 與前一日收盤 56.900001525878906 的較低者 = 56.8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 張又 563 股（共 9,563 股），金額約 543,178 元，佔總資產 5.4%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-4.5%，下檔有限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【少買】穩健分數 +0.22 普通，信心係數 0.78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59.0%，勝率普通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-15.7%，基本面偏弱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54.60 元全數賣出 9 張又 563 股（共 9,563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60.2 元（+6%）賣出 3 張又 187 股（共 3,187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63.6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復華富時高息低波｜5 張 + 805 股｜限價 97.95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決策買進復華富時高息低波，因ETF籃ETF分數+0.99達門檻，一個月模型創52週新高機率70.8%，預期超額報酬+3.90%，可分散個股風險並降低證交稅。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70.8%（全市場基準 20.8%，排名前 14%），預期超額報酬 +3.90%（排名前 31%）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-2.1%（52 週高 100.2，現價 98.05），正處於創高區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+0.9%、近 60 日 +10.4%，相對大盤 20 日 -7.5%、60 日 +1.7%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20% → 目標金額 1,815,099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10,083,884 元 × 每筆風險 1.5% × 信心係數 1.50（由ETF 分數 +0.99 換算）= 226,887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2.26 與距 10 日低點 96.65 的距離 1.30 之較大者 = 2.26 元（進場 97.95 → 停損 95.65 元，2.3%）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226,887 ÷ 2.26 = 100,520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606 張 × 2%）」限制，下修至 12,127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6,322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97.97 與前一日收盤 98.05000305175781 的較低者 = 97.95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張又 805 股（共 5,805 股），金額約 568,600 元，佔總資產 5.6%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【多買】日均波動（ATR）1.2%，波動溫和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75.9%，可提高「正報酬晉級」機率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-1.4%，下檔有限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95.65 元全數賣出 5 張又 805 股（共 5,805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103.8 元（+6%）賣出 1 張又 934 股（共 1,934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109.7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統一FANG+｜5 張 + 51 股｜限價 143.35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87.1%（全市場基準 20.8%，排名前 7%），預期超額報酬 +2.36%（排名前 50%）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-1.2%（52 週高 145.35，現價 143.6），正處於創高區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+3.9%、近 60 日 +10.1%，相對大盤 20 日 -4.5%、60 日 +1.4%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20% → 目標金額 1,815,099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10,083,884 元 × 每筆風險 1.5% × 信心係數 1.50（由ETF 分數 +0.97 換算）= 226,887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2.88 與距 10 日低點 139.90 的距離 3.45 之較大者 = 3.45 元（進場 143.35 → 停損 139.85 元，2.4%）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226,887 ÷ 3.45 = 65,764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10,552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5,501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143.37 與前一日收盤 143.60000610351562 的較低者 = 143.35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張又 51 股（共 5,051 股），金額約 724,061 元，佔總資產 7.2%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74.1%，可提高「正報酬晉級」機率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-2.1%，下檔有限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139.85 元全數賣出 5 張又 51 股（共 5,051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151.95 元（+6%）賣出 1 張又 683 股（共 1,683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160.55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買進【ETF籃】0050 元大台灣50｜6 張 + 263 股｜限價 115.6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+0.96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97.0%（全市場基準 20.8%，排名前 2%），預期超額報酬 +2.33%（排名前 51%）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-0.2%（52 週高 116.15，現價 115.95），正處於創高區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+9.2%、近 60 日 +9.3%，相對大盤 20 日 +0.8%、60 日 +0.6%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20% → 目標金額 1,815,099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10,083,884 元 × 每筆風險 1.5% × 信心係數 1.50（由ETF 分數 +0.96 換算）= 226,887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3.20 與距 10 日低點 108.85 的距離 6.75 之較大者 = 6.75 元（進場 115.60 → 停損 108.80 元，5.8%）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226,887 ÷ 6.75 = 33,613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13,085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6,821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115.64 與前一日收盤 115.94999694824219 的較低者 = 115.6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取整後：6 張又 263 股（共 6,263 股），金額約 724,003 元，佔總資產 7.2%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+0.96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77.6%，可提高「正報酬晉級」機率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-3.0%，下檔有限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108.80 元全數賣出 6 張又 263 股（共 6,263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122.5 元（+6%）賣出 2 張又 87 股（共 2,087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129.45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南亞｜0 張 + 462 股｜限價 290.0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決策買進南亞，因進攻籃綜合分數+0.82達門檻，一個月模型預期超額報酬排名全市場前0%，創新高機率98.9%，可加碼進攻部位。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+0.82 達門檻（+0.30）；一個月模型預期超額報酬排名全市場前 0%、創新高機率 98.9%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98.9%（全市場基準 20.8%，排名前 0%），預期超額報酬 +14.06%（排名前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286.0，現價 286.0），正處於創高區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+29.4%、近 60 日 +57.1%，相對大盤 20 日 +21.0%、60 日 +48.4%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44% → 目標金額 3,993,218 元（已持有 4,064,931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10,083,884 元 × 每筆風險 1.5% × 信心係數 1.50（由綜合分數 +0.82 換算）= 226,887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29.00 與距 10 日低點 223.00 的距離 67.00 之較大者，但不超過進場價 10%（29.00） = 29.00 元（進場 290.00 → 停損 261.00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226,887 ÷ 29.00 = 7,824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7,328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462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288.31 × (1 + 0.5%) = 290.0，提高成交機率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取整後：462 股（零股），金額約 133,980 元，佔總資產 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+0.82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98.9%，勝率高可多配置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【少買】日均波動（ATR）5.1%，波動大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286.0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261.00 元全數賣出 462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319.0 元（+10%）賣出 153 股（零股），停損上移至成本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33</a:t>
            </a:r>
          </a:p>
        </p:txBody>
      </p:sp>
      <p:pic>
        <p:nvPicPr>
          <p:cNvPr id="5" name="Picture 4" descr="2026-10-05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5921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期貨戶轉入證券戶：1,700,000 元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76.8%（建倉期至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98.0%（目標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9 檔＋本次建議 = 16 檔；執行後持有 12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17 筆＋本次建議 12 筆 = 29 筆；剩餘 38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80,388 元 / 上限 3,025,165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2026-10-05　|　35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80.2% / 30.9%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