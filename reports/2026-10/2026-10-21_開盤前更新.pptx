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2026-10-21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815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-18.47%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90.6%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表現漲跌互見，道瓊工業指數在企業財報支撐及西德州原油重挫5.28%至98.19美元激勵下勁揚逾500點，標普500上漲0.28%，但費城半導體下跌0.29%、那斯達克微跌0.02%。台積電ADR逆勢上漲1.16%，美超微受營收與毛利優於預期帶動上漲1.15%，恐慌指數VIX回落6.13%至17.31。然而市場對AI基礎建設巨額融資與回報疑慮升溫，加上川普對加拿大商品加徵50%關稅引發訴訟、台積電高雄楠梓F22廠工安意外造成3死1傷等事件，為市場帶來不確定性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受美股道瓊勁揚、台指夜盤大漲634點及台積電ADR收高激勵，預測台股今日開盤將開高0.40%至47011.1點，開盤命中率達82.8%。盤中走向預期在平盤附近震盪微跌0.04%，盤中預測命中率為66.7%。雖然台股近期面臨季線保衛戰與外資連十賣壓力，但法人空單減少且國家隊進場護盤，整體有望迎來止跌反彈格局。（08:20 更新：那斯達克期貨 29940.0，+0.73%）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-12.84%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 張又 484 股（共 1,484 股），加碼後共 8 張又 657 股（共 8,657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52 張（52,000 股），加碼後共 55 張（55,000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570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980.0）：依紀律全數出場 → 建議賣出 1 張又 639 股（共 1,639 股）（持有 1,639 股的 100%），限價 970.0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861.0）：依紀律全數出場 → 建議賣出 1 張又 91 股（共 1,091 股）（持有 1,091 股的 100%），限價 852.0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1960.0）：依紀律全數出場 → 建議賣出 8 股（零股）（持有 8 股的 100%），限價 1940.0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585,840 元低於維持保證金 1,076,000 元（追繳）：權益數／維持保證金 = 54% → 今天內補足至原始保證金 1,402,000 元（約需轉入 816,160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【警告】TX202610 距結算日 2026-10-21 剩 0 天：結算日以最後結算價強制了結 → 決定平倉或轉倉到次月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【提醒】6196 帆宣：距停損價 599.23 只剩 0.1%，先掛好停損單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【提醒】3037 欣興：法人近 5 日賣超 10,492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【提醒】1815 富喬：注意股：最近六個營業日(自當日之前一個營業日起)之當日沖銷成交量占總成交量比率達64.76%，當日之前一個營業日當日沖銷成交量占總成交量達71.43%（第十三款) → 照原計畫，但留意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33／跌停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跌停｜7835 永悅健康-創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可能原因（新聞）：台積電爆4040張救場買單收平盤 台股僅收跌289點 - ETtoday財經雲；美股反彈救不了！台股終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可能原因（新聞）：【09:53 即時新聞】今國光(6209)股價走強，光學族群人氣回流成焦點 - CMoney投資網誌；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漲停｜5475 德宏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可能原因（新聞）：德宏(5475) 個股概覽 | 個股 - 股市 - CMoney；Q布還沒放量，德宏(5475)獲利卻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可能原因（新聞）：輝達題材撐腰！台郡再鎖漲停5天狂衝42% 台虹紅燈跟著閃 - Yahoo股市；焦點股》台郡：輝達點名P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漲停｜1709 和益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可能原因（新聞）：和益(1709)營收查詢｜月營收統計與YOY年增率圖表 - 股市爆料同學會 - CMoney；【10: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漲停｜4960 誠美材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可能原因（新聞）：誠美材 (4960.TW) 的分析師見解、目標價與建議 - Yahoo 財經；【09:57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可能原因（新聞）：3354 律勝- 漲高又爆量~ - 股市爆料同學會 - CMoney；【11:01 即時新聞】律勝(3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漲停｜3483 力致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可能原因（新聞）：【09:35 即時新聞】力致(3483)亮燈漲停，散熱題材買盤點火 - CMoney投資網誌；3483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+1.6%、20 日 +2.1%） → 進攻籃 80%（已持續 3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550 萬，執行後佔總資產 67.3%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進攻籃買進：1815 富喬、6141 柏承、2103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183 萬，執行後佔總資產 22.6%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穩健籃買進：2915 潤泰全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股票內部目標配置為進攻籃75%、穩健籃25%、ETF籃0%。大盤處於灰燈中性狀態，距離季線1.59%、20日漲幅2.12%，基準進攻比例原為80%，因調整代理人偵測到2項失誤而下修5%至75%。進攻籃買進富喬、柏承與台橡，主要看好其營收年增率皆達20%至82%以上且多頭動能強勁；穩健籃則加碼低波動且正報酬機率達63.0%的潤泰全，以平衡投組防禦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1563 巧新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汽車工業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6177 達麗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-18.47%、距高點回撤 -20.06%、剩 27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63.2%（模型估計，不是保證）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62.1%（基準 63.4%）、平均每次 +0.94%（一直做多 +0.76%），沒有擇時優勢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50 元，不再加碼；現有曝險是建議的 8.0 倍，若跌 1,527 點（停損距離）約虧損 610,800 元（總資產 7.5%），可考慮減碼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9</a:t>
            </a:r>
          </a:p>
        </p:txBody>
      </p:sp>
      <p:pic>
        <p:nvPicPr>
          <p:cNvPr id="5" name="Picture 4" descr="2026-10-21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-0.36%（-2,400 元），主因為「產業因素」（-0.35%）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-0.88%（-6,062 元），主因為「個股特有因素」（-0.50%）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-0.75%（-3,607 元），主因為「產業因素」（-0.35%）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+0.17%（+717 元），主因為「個股特有因素」（+0.27%）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-1.80%（-29,502 元），主因為「產業因素」（-1.68%）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-0.19%（-1,026 元），主因為「個股特有因素」（+1.22%）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-29,502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-7,637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前一交易日加權指數下跌0.61%，投組多數持股受產業修正與大盤拖累，單日總損益為-55,927元。景碩單日下跌1.80%（損益-29,502元），主要受半導體類股重挫貢獻-1.68%與大盤貢獻-1.08%拖累；帆宣下跌1.81%（損益-12,650元），主因其他電子業中位數走弱貢獻-0.82%；中砂下跌0.80%（損益-7,637元），受大盤因素貢獻-0.85%為最大主因；聯茂下跌0.90%（損益-7,000元），亦受電子零組件類股走低貢獻-1.43%影響。逆勢上揚者包括欣興大漲2.75%（損益+17,100元），由個股特有因素貢獻+5.23%推升；潤泰全上漲0.17%（損益+717元），個股特有因素貢獻+0.27%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11</a:t>
            </a:r>
          </a:p>
        </p:txBody>
      </p:sp>
      <p:pic>
        <p:nvPicPr>
          <p:cNvPr id="5" name="Picture 4" descr="2026-10-21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組累積損益為-1,846,626元（-18.47%），回初始資金需上漲22.65%，補回虧損為第一要務。今日嚴格執行紀律出場：中砂收盤858.0元跌破停損價936.69元、帆宣收盤593.0元跌破停損價599.23元、景碩收盤945.0元跌破停損價999.0元、致茂跌破停損價2069.91元，四檔均全數停損換股。遠東銀與聯茂分別獲利1.78%與3.02%，執行獲利了結換股，轉入騰雲或統一FANG+等預期報酬更佳標的。台橡與合晶持股未滿10個交易日且未觸及停損，維持續抱；合庫金與潤泰全預期報酬仍為正，續抱維持獲利防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-1,846,626 元（-18.47%），已實現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22.65%；只有正報酬才列入排名，補回虧損是第一優先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+5.30%（約 +432,387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+15.08%，創新高機率 96.7%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穩健籃最佳替換候選：00757 統一FANG+，一個月預期報酬 +2.50%，收正報酬機率 75.7%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遠東銀（+8,329 元）：已獲利 +8,329 元（+1.78%）先入袋；這檔一個月預期只剩 +0.72%，轉買 00757 統一FANG+（預期 +2.50%）扣除換股成本後多 1.20%（門檻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合庫金（+31,505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潤泰全（+2,568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台橡（-3,127 元）：買進第 8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中砂（-174,369 元）：收盤 858.0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帆宣（-68,938 元）：收盤 593.0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致茂（-2,925 元）：收盤 2000.0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合晶（-10,665 元）：買進第 6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欣興（-72,210 元）：買進第 6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景碩（-228,253 元）：收盤 945.0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艾笛森（-22,017 元）：6870 騰雲 扣除換股成本後的預期報酬比續抱高 3.58%（門檻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聯茂（+21,965 元）：已獲利 +21,965 元（+3.02%）先入袋；這檔一個月預期只剩 +11.34%，轉買 6870 騰雲（預期 +15.08%）扣除換股成本後多 3.15%（門檻 1.0%），且創新高機率不低於原標的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總體變數對手中持股呈現多空交錯影響：第一，美聯準會緊縮預期使美國10年期公債殖利率具不確定性，對合庫金造成-0.13%影響（金額-856元），決策維持原案。第二，新台幣重貶至32.617元，對景碩造成-0.72%衝擊（金額-11,152元）、對欣興造成-0.64%衝擊（金額-3,849元），總負面金額達-15,001元，列入密切觀察。第三，川普課徵關稅引發VIX恐慌指數潛在波動，對景碩（金額-15,643元）、帆宣（金額-9,138元）、聯茂（金額-9,138元）等敏感度高的標的形成壓力，決策嚴守停損。第四，西德州原油回落使艾笛森（+2,946元）、帆宣（+5,592元）、聯茂（+5,842元）等受惠，總正面影響達14,979元。第五，標普500上漲對景碩（+20,135元）、欣興（+10,043元）帶來顯著正面拉抬，總挹注金額達66,490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美聯準會面臨升息與緊縮預期，9月美國CPI加速且市場評估升息訊號壓抑金價與市場 → 美國10年債殖利率↑：預估 -856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外資持續賣超加劇，新台幣重貶1.72角跌破32.6元創波段新低 → 美元兌台幣↑：預估 -15,001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川普對加拿大商品加徵50%關稅引發美進口商提告，加美貿易協議預計短期難成 → VIX恐慌指數↑：預估 -61,239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市場觀望美伊談判進展且油輪遇襲風險並存，國際原油期貨走勢顛簸小跌回落 → 西德州原油↓：預估 +14,979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美超微初估營收與毛利優於預期盤後大漲，但AI巨頭算力融資與支出疑慮持續引發震盪 → 費城半導體↓：預估 -74,179 元（-0.91%）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企業財報利多與油價回落激勵道瓊勁揚逾500點，資金自科技轉向工業等價值股 → 標普500↑：預估 +66,490 元（+0.82%）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法國群眾示威動亂升溫擴大公債利差，歐洲財政擔憂拖累歐洲股市低收延續跌勢 → VIX恐慌指數↑：預估 -61,239 元（-0.75%）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機構預估中國今年經濟成長率為4.6%，人民幣升破6.68創近年高點 → 中國大型股ETF↑：預估 +9,938 元（+0.12%）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國際事件：美聯準會面臨升息與緊縮預期，9月美國CPI加速且市場評估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國際事件：外資持續賣超加劇，新台幣重貶1.72角跌破32.6元創波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-11,152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-0.8324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-3,849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國際事件：川普對加拿大商品加徵50%關稅引發美進口商提告，加美貿易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-15,643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-9,548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-9,138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17</a:t>
            </a:r>
          </a:p>
        </p:txBody>
      </p:sp>
      <p:pic>
        <p:nvPicPr>
          <p:cNvPr id="5" name="Picture 4" descr="2026-10-21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706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18</a:t>
            </a:r>
          </a:p>
        </p:txBody>
      </p:sp>
      <p:pic>
        <p:nvPicPr>
          <p:cNvPr id="5" name="Picture 4" descr="2026-10-21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19</a:t>
            </a:r>
          </a:p>
        </p:txBody>
      </p:sp>
      <p:pic>
        <p:nvPicPr>
          <p:cNvPr id="5" name="Picture 4" descr="2026-10-21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2791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476,137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1,548,855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566,573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936,078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681,950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張+484股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進攻｜1815 富喬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 張+321股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1,610,076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進攻｜6141 柏承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 張+240股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1,592,768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1,495,000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+8,329 元（+1.78%）先入袋；這檔一個月預期只剩 +0.72%，轉買 00757 統一FANG+（預期 +2.50%）扣除換股成本後多 1.20%（門檻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476,137 元，依分數重新配置到同一籃的買進候選（最佳替換標的 00757 統一FANG+，實際買進股數受單一標的與產業上限約束，見買進明細）；部分換股會讓兩檔都表現平庸，因此一次換完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945.00 元 ≤ 停損價 999.00 元（成本 1084.26 元，損益 -12.84%）；同時風險警示：已跌破停損價 999.0（目前 980.0）：依紀律全數出場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3.58%（門檻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566,573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858.00 元 ≤ 停損價 936.69 元（成本 1017.82 元，損益 -15.70%）；同時風險警示：已跌破停損價 936.69（目前 861.0）：依紀律全數出場；法人近 5 日賣超 1,088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帆宣｜1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593.00 元 ≤ 停損價 599.23 元（成本 652.95 元，損益 -9.18%）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+21,965 元（+3.02%）先入袋；這檔一個月預期只剩 +11.34%，轉買 6870 騰雲（預期 +15.08%）扣除換股成本後多 3.15%（門檻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749,000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2000.00 元 ≤ 停損價 2069.91 元（成本 2365.62 元，損益 -15.46%）；同時風險警示：已跌破停損價 2069.91（目前 1960.0）：依紀律全數出場；法人近 5 日賣超 2,495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買進【穩健籃】2915 潤泰全｜1 張 + 484 股｜限價 57.9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潤泰全穩健分數達標且收正報酬機率63.0%，限價57.9元買進1張又484股，若收盤跌破56.0元則停損出場。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+0.31 達門檻（+0.20）；一個月收正報酬機率 63.0%、預期最大回檔 -7.2%，且未過熱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63.0%（全市場基準 51.8%），預期最大回檔 -7.2%（回檔幅度排名全市場最小的前 20%）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53.8%、預期報酬 +3.6%（模型估計，不是保證）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0.14（大盤漲跌 1% 時約變動 0.14%），日波動 1.11%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1,834,509 元（已持有 1,759,168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0.89（由穩健分數 +0.31 換算）= 57,726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1.87 與距 10 日低點 56.70 的距離 1.20 之較大者 = 1.87 元（進場 57.90 → 停損 56.00 元，3.2%）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57,726 ÷ 1.87 = 30,846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20,991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19,506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58.12 與前一日收盤 57.900001525878906 的較低者 = 57.9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484 股（共 1,484 股），金額約 85,924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+0.31 普通，信心係數 0.89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-7.2%，下檔風險偏大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-64.0%，基本面偏弱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56.00 元全數賣出 1 張又 484 股（共 1,484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買進【進攻籃】1815 富喬｜10 張 + 321 股｜限價 156.0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富喬9月營收年增82.1%且創新高機率達83.3%，以限價156.0元買進10張又321股進攻，跌破140.0元停損。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1%、創新高機率 83.3%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83.3%（全市場基準 17.9%，排名前 1%），預期超額報酬 +9.54%（排名前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-4.6%（52 週高 161.5，現價 154.0）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+104.9%，相對大盤 20 日 +37.5%、60 日 +101.7%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1.50（由綜合分數 +0.80 換算）= 97,677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18.43 與距 10 日低點 124.00 的距離 32.00 之較大者，但不超過進場價 10%（15.60） = 15.60 元（進場 156.00 → 停損 140.00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97,677 ÷ 15.60 = 6,261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4,060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155.14 × (1 + 0.5%) = 156.0，提高成交機率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321 股（共 10,321 股），金額約 1,610,076 元，佔總資產 19.7%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83.3%，勝率高可多配置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+82.1%，基本面支撐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【少買】日均波動（ATR）6.0%，波動大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161.5 元（距現價 4.6%）即確認創新高，續抱讓獲利奔跑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140.00 元全數賣出 10 張又 321 股（共 10,321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買進【進攻籃】6141 柏承｜26 張 + 240 股｜限價 60.7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柏承法人連3日買超且月營收年增74.2%，以限價60.7元買進26張又240股，跌破54.6元即停損出場。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+0.74 達門檻（+0.30）；一個月模型預期超額報酬排名全市場前 8%、創新高機率 71.4%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71.4%（全市場基準 17.9%，排名前 4%），預期超額報酬 +6.26%（排名前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-7.0%（52 週高 64.2，現價 59.7）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+20.6%、近 60 日 +39.2%，相對大盤 20 日 +20.6%、60 日 +35.9%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1.43（由綜合分數 +0.74 換算）= 93,356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6.97 與距 10 日低點 50.00 的距離 10.70 之較大者，但不超過進場價 10%（6.07） = 6.07 元（進場 60.70 → 停損 54.60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93,356 ÷ 6.07 = 15,380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10,860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60.31 × (1 + 0.5%) = 60.7，提高成交機率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取整後：26 張又 240 股（共 26,240 股），金額約 1,592,768 元，佔總資產 19.5%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+0.74 高，信心係數 1.43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71.4%，勝率高可多配置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+74.2%，基本面支撐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64.2 元（距現價 7.0%）即確認創新高，續抱讓獲利奔跑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54.60 元全數賣出 26 張又 240 股（共 26,240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台橡｜52 張｜限價 28.75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台橡營收年增23.1%且呈多頭排列，以限價28.75元買進52張補足進攻部位，若跌破26.55元則全數出場。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+0.39 達門檻（+0.30）；一個月模型預期超額報酬排名全市場前 27%、創新高機率 48.2%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48.2%（全市場基準 17.9%，排名前 13%），預期超額報酬 +3.71%（排名前 27%）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-10.9%（52 週高 32.0，現價 28.5）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+1.1%、近 60 日 +19.5%，相對大盤 20 日 +1.1%、60 日 +16.3%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5,503,527 元（已持有 791,850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8,153,374 元 × 每筆風險 0.8% × 信心係數 0.99（由綜合分數 +0.39 換算）= 64,738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2.19 與距 10 日低點 27.85 的距離 0.90 之較大者 = 2.19 元（進場 28.75 → 停損 26.55 元，7.6%）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64,738 ÷ 2.19 = 29,619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22,857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52,000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28.59 × (1 + 0.5%) = 28.75，提高成交機率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取整後：52 張（52,000 股），金額約 1,495,000 元，佔總資產 18.3%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475 股只有 13,656 元，低於 14,035 元會被最低手續費 20 元拉高費率（約 0.15%），所以不買零股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【少買】綜合分數 +0.39 普通，信心係數 0.99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48.2%，勝率普通故保守配置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10.9%）即確認創新高，續抱讓獲利奔跑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26.55 元全數賣出 52 張（52,000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32</a:t>
            </a:r>
          </a:p>
        </p:txBody>
      </p:sp>
      <p:pic>
        <p:nvPicPr>
          <p:cNvPr id="5" name="Picture 4" descr="2026-10-21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61" y="1097280"/>
            <a:ext cx="559217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78.7%（每日收盤檢查，未達扣報酬率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90.6%（目標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15 檔；執行後持有 8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11 筆 = 94 筆；剩餘 27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2,446,012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-18.47%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86.5%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2026-10-21　|　35</a:t>
            </a:r>
          </a:p>
        </p:txBody>
      </p:sp>
      <p:pic>
        <p:nvPicPr>
          <p:cNvPr id="5" name="Picture 4" descr="2026-10-21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