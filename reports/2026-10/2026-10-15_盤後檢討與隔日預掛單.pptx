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932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-6.84%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69.8%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顯著下跌，費城半導體指數跌4.3%，那斯達克跌1.88%，標普500跌1.11%，台幣兌美元升值0.87%，外資賣超台股3025億元創歷史新高，三大法人賣超3700.76億元，台股重挫1655點失守月線及47000點關卡，為史上第六大收盤跌點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台股開盤預期開高0.2%，但盤中可能回落，模型命中率81.9%，需注意VIX恐慌指數上升3.68%及美債殖利率走高對科技股的壓力。（注意：盤後版使用的美股資料為前一晚收盤，明早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383 股（零股），保留 767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36 張（36,000 股），加碼後共 56 張又 528 股（共 56,528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54 張（54,000 股），加碼後共 57 張（57,000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6／警告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979.0）：依紀律全數出場 → 建議賣出 1 張又 639 股（共 1,639 股）（持有 1,639 股的 100%），限價 969.0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903.0）：依紀律全數出場 → 建議賣出 1 張又 91 股（共 1,091 股）（持有 1,091 股的 100%），限價 893.0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致茂：跌停（2025.0，跌停價 2025.0）：跌停鎖住時通常賣不出去；若跌停打開，依下列建議賣出 → 建議賣出 8 股（零股）（持有 8 股的 100%），限價 2025.0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欣興：距停損價 1046.11 只剩 2.8%，先掛好停損單 → 建議賣出 570 股（零股）（持有 570 股的 100%），限價 1070.0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欣興：重大負面新聞：欣興楊梅廠爆死亡工安！員工遭機台夾傷送醫不治 桃市勞檢處勒令部分停工 → 暫緩買進，等利空明朗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821,840 元低於維持保證金 1,076,000 元（追繳）：權益數／維持保證金 = 76% → 今天內補足至原始保證金 1,402,000 元（約需轉入 580,160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潤泰全：負面新聞：營收：潤泰全(2915)9月營收1億1084萬元，月增率-29.73%，年增率-64.02%；股價尚穩，先上調停損 → 停損上調至 57.98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帆宣：距停損價 599.23 只剩 2.3%，先掛好停損單 → 建議賣出 383 股（零股）（持有 1,150 股的 33%），限價 606.0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50／跌停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跌停｜2466 冠西電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可能原因（新聞）：明起新增6檔股票抓去關 飆股冠西電近90個交易日漲幅高達4倍 - 鉅亨網；【09:52 即時新聞】冠西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跌停｜3055 蔚華科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可能原因（新聞）：搭火箭翻倍又重挫！蔚華科慘摔跌停、千張委賣 網：別亂接刀 - TVBS新聞網；3055 蔚華科 - 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跌停｜2221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可能原因（新聞）：營收年增逾4成！大甲股價急漲後重摔 今跌停鎖死140.5元 - TVBS新聞網；2221 大甲-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跌停｜9103 美德醫療-DR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存託憑證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可能原因（新聞）：【09:33 即時新聞】美德醫療-DR(9103)股價急攻逾9% 防疫題材成盤中焦點 - CMoney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可能原因（新聞）：台塑(1301) 今日股價與討論 - 股市爆料同學會 - CMoney；台塑四寶亮三燈 市值一天暴增4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漲停｜1326 台化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可能原因（新聞）：熱門股》塑化產品報價走揚 台化爆量強攻 - 自由時報；台塑、台化、台塑化…這檔逼漲停「外資連5天買超」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漲停｜4979 華星光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可能原因（新聞）：華星光(4979) 三引擎接棒！獲利高點究竟落在哪一年？ - 鉅亨網；光通訊飆股華星光列注意股！自結9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可能原因（新聞）：金山電(8042) 個股概覽 | 個股 - 股市 - CMoney；【10:30 即時新聞】金山電(8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可能原因（新聞）：中探針(6217)做什麼的？連年虧損，股價為何一年漲16倍？ - 數位時代；【11:02 即時新聞】中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漲停｜6290 良維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可能原因（新聞）：靜待東風來 - CMoney；【09:54 即時新聞】良維(6290)亮燈漲停，AI與CSP題材買盤拉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可能原因（新聞）：【09:50 即時新聞】台表科(6278)股價續強逼近高檔，AI與光通訊題材受關注 - CMoney投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漲停｜3090 日電貿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可能原因（新聞）：日電貿(3090) 個股概覽 | 個股 - 股市 - CMoney；【09:51 即時新聞】日電貿(3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80%／穩健 20%／ETF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80%、穩健籃 20%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80%、穩健籃 20%、ETF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671 萬，執行後佔總資產 76.3%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進攻籃買進：2103 台橡、3591 艾笛森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168 萬，執行後佔總資產 24.0%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今日進攻籃佔80%，穩健籃佔20%，因黃燈：灰燈（中性）但出現1項風險訊號，先暫停追高。進攻籃買入台橡54000股與艾笛森36000股，穩健籃未調整。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3689 湧德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009805 台新美國電力基建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3023 信邦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-6.84%、距高點回撤 -8.66%、剩 31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65.2%（模型估計，不是保證）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63 次，命中率 68.3%（基準 63.7%），平均每次 +1.16%（已扣成本）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90 元，不再加碼；現有曝險是建議的 4.4 倍，若跌 1,448 點（停損距離）約虧損 579,200 元（總資產 6.2%），可考慮減碼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9</a:t>
            </a:r>
          </a:p>
        </p:txBody>
      </p:sp>
      <p:pic>
        <p:nvPicPr>
          <p:cNvPr id="5" name="Picture 4" descr="2026-10-15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+1.29%（+8,400 元），主因為「產業因素」（+4.10%）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國票金：今日平盤 +0.00%（+0 元），主因為「產業因素」（+4.62%）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元），主因為「產業因素」（+4.62%）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+0.17%（+717 元），主因為「個股特有因素」（+0.68%）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-6.76%（-116,369 元），主因為「大盤因素」（-6.09%）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-3.09%（-17,449 元），主因為「大盤因素」（-2.16%）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-116,369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-49,095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-49,450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-62,700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台股重挫1655點，主要受外資賣超3025億元影響，佔大盤跌幅的主要動能；金融保險類股中位數上漲0.95%，相對大盤貢獻+4.10%；半導體業類股中位數下跌5.88%，相對大盤貢獻-2.47%。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11</a:t>
            </a:r>
          </a:p>
        </p:txBody>
      </p:sp>
      <p:pic>
        <p:nvPicPr>
          <p:cNvPr id="5" name="Picture 4" descr="2026-10-15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虧損部位如景碩、中砂、帆宣、欣興、致茂、合晶均觸發停損，依紀律全數出場；盈餘部位如合庫金、國票金、遠東銀、潤泰全、聯茂決策續抱，因未滿10天不換股，且模型排名仍佳。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-684,493 元（-6.84%），已實現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7.35%；只有正報酬才列入排名，補回虧損是第一優先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+4.75%（約 +442,683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+14.19%，創新高機率 55.0%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+3.71%，收正報酬機率 77.2%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遠東銀（+10,133 元）：買進第 7 個交易日，未滿 10 個交易日不換股、不因分數小幅轉弱賣出（模型排名每天都會小幅變動，來回換股要付約 0.58% 成本）；跌破停損 12.6 才出場。提醒：已獲利 +2.17%，00692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合庫金（+32,705 元）：買進第 7 個交易日，未滿 10 個交易日不換股、不因分數小幅轉弱賣出（模型排名每天都會小幅變動，來回換股要付約 0.58% 成本）；跌破停損 25.28 才出場。提醒：已獲利 +5.21%，00692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7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潤泰全（+9,741 元）：買進第 7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帆宣（-45,938 元）：買進第 7 個交易日，未滿 10 個交易日不換股、不因分數小幅轉弱賣出（模型排名每天都會小幅變動，來回換股要付約 0.58% 成本）；跌破停損 599.23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致茂（-2,725 元）：收盤 2025.0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台橡（-2,827 元）：買進第 4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中砂（-125,274 元）：收盤 903.0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合晶（-5,665 元）：買進第 2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欣興（-60,810 元）：買進第 2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艾笛森（-41,519 元）：買進第 7 個交易日，未滿 10 個交易日不換股、不因分數小幅轉弱賣出（模型排名每天都會小幅變動，來回換股要付約 0.58% 成本）；跌破停損 25.11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景碩（-172,527 元）：收盤 979.0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聯茂（+71,965 元）：模型排名仍在全市場前 3%、股價在月線之上、虧損未擴大，權重 8.6%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9月CPI年增3.7%推升Fed升息預期，導致亞股重挫、南韓觸發熔斷、日經創3月來最大跌幅，影響方向為負面，幅度為台股重挫1655點；外資史上最大賣超台股3025億元，三大法人賣超3700.76億元，台股重挫1655點失守月線及47000點關卡，影響方向為負面，幅度為台股重挫1655點；台積電法說會宣布2026年全年美元營收成長預估上修至44%，資本支出維持600-640億美元，影響方向為正面，但股價仍下跌50元，顯示資面利多難掩盤面賣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美9月CPI年增3.7%推升Fed升息預期，市場憂AI資本支出風險，導致亞股重挫、南韓觸發熔斷、日經創3月來最大跌幅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外資史上最大賣超台股3025億元，三大法人賣超3700.76億元，台股重挫1655點失守月線及47000點關卡 → VIX恐慌指數↑：預估 -63,696 元（-0.68%）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台積電法說會宣布2026年全年美元營收成長預估上修至44%，Q4營收估季增14%，資本支出維持600-640億美元 → 費城半導體↓：預估 -76,822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美債殖利率急升，聯準會陷『升息兩難』，美元自18個月高點拉回，市場聚焦10月是否升息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能源停火破局！澤倫斯基宣布恢復攻擊俄煉油廠，指對俄『停止攻擊』限制已解除，並指控美方威脅切斷情報、星鏈降速 → VIX恐慌指數↑：預估 -63,696 元（-0.68%）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台股暴跌逾千點、新台幣重貶逾3.5角摔至32.4元，匯銀主管點名2大元兇：美通膨數據高於預期及晶片股賣壓重 → 美元兌台幣↑：預估 -15,154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IMF下調中國經濟增長預測、陷瀕通縮邊緣，促加大財政刺激規模 → 中國大型股ETF↓：預估 -9,861 元（-0.11%）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國際事件：美9月CPI年增3.7%推升Fed升息預期，市場憂AI資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國際事件：外資史上最大賣超台股3025億元，三大法人賣超3700.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-10,049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-9,908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-9,436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國際事件：台積電法說會宣布2026年全年美元營收成長預估上修至44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-24,711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-11,921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-13,603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17</a:t>
            </a:r>
          </a:p>
        </p:txBody>
      </p:sp>
      <p:pic>
        <p:nvPicPr>
          <p:cNvPr id="5" name="Picture 4" descr="2026-10-15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688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18</a:t>
            </a:r>
          </a:p>
        </p:txBody>
      </p:sp>
      <p:pic>
        <p:nvPicPr>
          <p:cNvPr id="5" name="Picture 4" descr="2026-10-15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19</a:t>
            </a:r>
          </a:p>
        </p:txBody>
      </p:sp>
      <p:pic>
        <p:nvPicPr>
          <p:cNvPr id="5" name="Picture 4" descr="2026-10-15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36,630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266,067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張+383股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234,779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1,604,581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985,173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1,549,800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-7.56%：先減碼三分之一，確認原因後再決定；法人近 5 日賣超 19,681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-6.66%：先減碼三分之一，確認原因後再決定；列為處置股（連續三次及當日沖銷標準，115/10/08～115/10/19）：改為分盤撮合、可能需預收款，流動性變差，減碼三分之一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帆宣｜0 張 + 383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599.23 只剩 2.3%，先掛好停損單；負面新聞：帆宣董事會決議發行國內第六次無擔保可轉換公司債，上限40億元；股價偏弱，減碼三分之一；單日重挫 -6.55%：先減碼三分之一，確認原因後再決定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767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2.8%，先掛好停損單；重大負面新聞：欣興楊梅廠爆死亡工安！員工遭機台夾傷送醫不治 桃市勞檢處勒令部分停工（多來源）；股價已跌破月線，全數出場；單日重挫 -9.28%：先減碼三分之一，確認原因後再決定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979.00 元 ≤ 停損價 999.00 元（成本 1084.26 元，損益 -9.71%）；同時風險警示：已跌破停損價 999.0（目前 979.0）：依紀律全數出場；單日重挫 -6.76%：先減碼三分之一，確認原因後再決定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903.00 元 ≤ 停損價 936.69 元（成本 1017.82 元，損益 -11.28%）；同時風險警示：已跌破停損價 936.69（目前 903.0）：依紀律全數出場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2025.00 元 ≤ 停損價 2069.91 元（成本 2365.62 元，損益 -14.40%）；同時風險警示：跌停（2025.0，跌停價 2025.0）：跌停鎖住時通常賣不出去；若跌停打開，依下列建議賣出；已跌破停損價 2069.91（目前 2025.0）：依紀律全數出場；重大負面新聞：致茂爆5859.5萬違約交割（多來源）；股價已跌破月線，全數出場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台橡｜54 張｜限價 28.7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買進台橡54000股，因基本面月營收年增+23.1%及籌碼面三大法人近5日買超3995張，停損設在26.45元，目標突破52週高點32.0元。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+0.52 達門檻（+0.30）；一個月模型預期超額報酬排名全市場前 26%、創新高機率 48.8%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48.8%（全市場基準 18.0%，排名前 16%），預期超額報酬 +3.75%（排名前 26%）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-10.6%（52 週高 32.0，現價 28.6）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+12.4%、近 60 日 +24.1%，相對大盤 20 日 +10.0%、60 日 +13.4%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80% → 目標金額 6,707,165 元（已持有 2,859,571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9,315,507 元 × 每筆風險 1.5% × 信心係數 1.15（由綜合分數 +0.52 換算）= 161,217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27.70 的距離 1.00 之較大者 = 2.21 元（進場 28.70 → 停損 26.45 元，7.7%）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161,217 ÷ 2.21 = 72,807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18,362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54,000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28.52 × (1 + 0.5%) = 28.7，提高成交機率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取整後：54 張（54,000 股），金額約 1,549,800 元，佔總資產 16.6%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444 股只有 12,743 元，低於 14,035 元會被最低手續費 20 元拉高費率（約 0.16%），所以不買零股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+0.52 高，信心係數 1.15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48.8%，勝率普通故保守配置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26.45 元全數賣出 54 張（54,000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艾笛森｜36 張｜限價 26.8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買進艾笛森36000股，因月營收年增+40.6%及進攻籃綜合分數+0.44達門檻，停損設在24.1元，目標突破52週高點33.34元。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+0.44 達門檻（+0.30）；一個月模型預期超額報酬排名全市場前 6%、創新高機率 42.4%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42.4%（全市場基準 18.0%，排名前 20%），預期超額報酬 +7.20%（排名前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-20.1%（52 週高 33.34，現價 26.65）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+5.3%、近 60 日 -8.4%，相對大盤 20 日 +2.9%、60 日 -11.1%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80% → 目標金額 6,707,165 元（已持有 2,859,571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9,315,507 元 × 每筆風險 1.5% × 信心係數 1.05（由綜合分數 +0.44 換算）= 147,243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3.01 與距 10 日低點 26.40 的距離 0.40 之較大者，但不超過進場價 10%（2.68） = 2.68 元（進場 26.80 → 停損 24.10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147,243 ÷ 2.68 = 54,942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2,425 張 × 2%）」限制，下修至 48,490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12,230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26.65 × (1 + 0.5%) = 26.8，提高成交機率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張（36,000 股），金額約 964,800 元，佔總資產 10.4%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260 股只有 6,968 元，低於 14,035 元會被最低手續費 20 元拉高費率（約 0.29%），所以不買零股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+0.44 高，信心係數 1.05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42.4%，勝率普通故保守配置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20.1%）即確認創新高，續抱讓獲利奔跑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24.10 元全數賣出 36 張（36,000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30</a:t>
            </a:r>
          </a:p>
        </p:txBody>
      </p:sp>
      <p:pic>
        <p:nvPicPr>
          <p:cNvPr id="5" name="Picture 4" descr="2026-10-15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158" y="1097280"/>
            <a:ext cx="62233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79.1%（建倉期至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未通過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69.8%（目標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9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9 筆 = 92 筆；剩餘 31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578,880 元 / 上限 2,794,652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-6.84%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87.4%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8.7%，超過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修正 strategy.risk_per_trade：回撤或重大虧損 → 降低單筆風險與集中度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修正 strategy.max_weight：回撤或重大虧損 → 降低單筆風險與集中度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偵測結果：總資產自高點 10,198,741 回落 8.7%，超過 8%。修正：strategy.risk_per_trade：回撤或重大虧損 → 降低單筆風險與集中度（回測指標 — → —）；strategy.max_weight：回撤或重大虧損 → 降低單筆風險與集中度（回測指標 — → —）。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2026-10-15　|　33</a:t>
            </a:r>
          </a:p>
        </p:txBody>
      </p:sp>
      <p:pic>
        <p:nvPicPr>
          <p:cNvPr id="5" name="Picture 4" descr="2026-10-15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