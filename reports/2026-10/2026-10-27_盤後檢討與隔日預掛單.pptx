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2026-10-27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849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-15.08%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90.4%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前一交易日美股表現強勁，費城半導體指數上漲 2.82%，那斯達克指數上漲 0.82%，標普500指數上漲 0.7%，輝達上漲 2.39%，台積電ADR上漲 1.4%。消息面上，SpaceX簽訂400億美元GPU租約，Meta擬募資950億美元，顯示AI硬體需求依然強勁。此外，市場共識聯準會10月將暫停升息；中央銀行則指出外資近4個月淨匯出543億美元，加劇新台幣貶值壓力。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今日加權指數預測開盤價為 45987.34 點，相對前一交易日收盤價 45946.59 點呈現平盤偏高，開盤模型歷史命中率為 83.5%。盤中走勢預測為震盪格局，盤中模型歷史命中率為 67.2%。目前大盤處於灰燈中性狀態（距離季線 -0.72%），整體台股維持高位震盪。（注意：盤後版使用的美股資料為前一晚收盤，明早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-18.26%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-17.57%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1930.0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8 張又 420 股（共 8,420 股），加碼後共 9 張又 420 股（共 9,420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941.0）：依紀律全數出場 → 建議賣出 1 張又 639 股（共 1,639 股）（持有 1,639 股的 100%），限價 931.0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832.0）：依紀律全數出場 → 建議賣出 1 張又 91 股（共 1,091 股）（持有 1,091 股的 100%），限價 823.0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584.0）：依紀律全數出場 → 建議賣出 2 張又 150 股（共 2,150 股）（持有 2,150 股的 100%），限價 578.0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1955.0）：依紀律全數出場 → 建議賣出 8 股（零股）（持有 8 股的 100%），限價 1935.0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聯茂：負面新聞：股票達公布注意交易資訊標準；股價尚穩，先上調停損 → 停損上調至 678.86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合晶：負面新聞：董事會決議辦理現金增資發行新股及發行國內無擔保轉換公司債；股價偏弱，減碼三分之一 → 建議賣出 333 股（零股）（持有 1,000 股的 33%），限價 100.5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欣興：距停損價 1046.11 只剩 1.3%，先掛好停損單 → 建議賣出 190 股（零股）（持有 570 股的 33%），限價 1045.0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【警告】14 檔跌停：集中在：電子零組件業 3 檔、光電業 2 檔、其他電子類 2 檔 → 同產業持股留意連動下跌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18／跌停 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跌停｜6274 台燿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可能原因（新聞）：焦點股》台燿：鬼故事又來了? 驚傳AWS掉單重挫跌停 - 自由財經；【即時新聞】台燿(6274)營收翻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可能原因（新聞）：今國光(6209) 個股概覽 | 個股 - 股市 - CMoney；焦點股》今國光：外資大賣逾6000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可能原因（新聞）：【即時新聞】聯一光(3441)挾CPO題材飆創高！這「3檔概念股」資金輪動升溫？ - CMoney；無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跌停｜6834 天二科技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可能原因（新聞）：6834 天二科技- 台股反攻五萬😋把握業績成長轉機股- 股市爆料同學會 - CMoney；被動元件走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漲停｜2468 華經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可能原因（新聞）：今日漲停股｜資安事件頻傳引爆剛性需求，華經、驊宏資、麗臺強勢攻上漲停1022｜豐雲學堂2026 年 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可能原因（新聞）：2465 麗臺- 單日急漲背後藏風險？麗臺與資訊服務股籌碼解析- 股市爆料同學會 - CMoney；今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漲停｜1569 濱川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可能原因（新聞）：【09:17 即時新聞】濱川(1569)亮燈漲停，AI水冷與主力續佈局成焦點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漲停｜6221 晉泰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可能原因（新聞）：晉泰(6221) 個股概覽 | 個股 - 股市 - CMoney；【09:12 即時新聞】晉泰(622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漲停｜5426 振發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可能原因（新聞）：振發(5426) 個股概覽 | 個股 - 股市 - CMoney；【振發法說會重點內容備忘錄】未來展望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漲停｜6925 意藍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可能原因（新聞）：【10:20 即時新聞】意藍(6925) 盤中勁揚逾9%，資安與AI題材受市場關注 - CMoney投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漲停｜6418 詠昇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可能原因（新聞）：【10:27 即時新聞】詠昇(6418)勁揚逾7%，高檔籌碼變化成盤中焦點 - CMoney投資網誌；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漲停｜7730 暉盛-創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可能原因（新聞）：暉盛接單火熱 業績升溫 - 經濟日報；《半導體》暉盛亮燈攻頂登4個半月高價- 上市櫃 - 旺得富理財網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-0.7%、20 日 -3.9%） → 進攻籃 80%（已持續 7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573 萬，執行後佔總資產 67.5%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進攻籃買進：6221 晉泰、6456 GIS-KY、2468 華經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191 萬，執行後佔總資產 24.7%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穩健籃買進：6416 瑞祺電通、1440 南紡、8215 明基材、2885 元大金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今日股票資產配置調整為進攻籃 75.0%、穩健籃 25.0%、ETF籃 0.0%。主因大盤處於灰燈中性狀態，基準配置原為進攻籃 80.0%，但因模型偵測到 2 項失誤，故將進攻籃微調降 5.0% 至 75.0%。進攻籃今日新建倉晉泰（買進 36829 股）、GIS-KY（買進 16917 股）與華經（31670 股），因其一個月預期超額報酬與創新高機率位居市場前列；穩健籃則配置瑞祺電通（4164 股）、南紡（32000 股）、明基材（16000 股）及加碼元大金（8420 股），以控制下檔回檔風險。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6416 瑞祺電通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1440 南紡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紡織纖維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8215 明基材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3416 融程電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-15.08%、距高點回撤 -16.74%、剩 24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61.6%（模型估計，不是保證）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58.8%（基準 62.7%）、平均每次 +0.77%（一直做多 +0.72%），沒有擇時優勢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補回虧損模式可考慮加碼大盤曝險，但加權指數在季線下（-0.88%），風控規定不加碼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9</a:t>
            </a:r>
          </a:p>
        </p:txBody>
      </p:sp>
      <p:pic>
        <p:nvPicPr>
          <p:cNvPr id="5" name="Picture 4" descr="2026-10-27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+2.13%（+14,400 元），主因為「個股特有因素」（+1.21%）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+0.88%（+6,062 元），主因為「產業因素」（+0.93%）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元），主因為「產業因素」（+0.96%）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+0.35%（+1,435 元），主因為「個股特有因素」（+0.38%）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-4.56%（-73,755 元），主因為「個股特有因素」（-5.85%）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-0.56%（-3,079 元），主因為「個股特有因素」（-1.83%）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+14,400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-73,755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-15,274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檢視最近一交易日持股走勢，加權指數下跌 -0.21%。合庫金上漲 +2.13%（+14400 元），主要由個股特有因素貢獻 +1.21%、金融保險產業因素貢獻 +0.93%，大盤則影響 -0.01%。景碩重挫 -4.56%（-73755 元），主因為個股特有因素開高走低拖累 -5.85%，大盤影響 -0.37%，半導體產業因素雖貢獻 +1.66% 仍無法抗衡個股賣壓。聯茂下跌 -3.99%（-31000 元），個股因素拖累 -5.22%，產業因素貢獻 +1.54%，大盤影響 -0.31%。帆宣下跌 -2.18%（-27950 元），個股因素貢獻 -3.06%，產業因素貢獻 +1.15%，大盤影響 -0.27%。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11</a:t>
            </a:r>
          </a:p>
        </p:txBody>
      </p:sp>
      <p:pic>
        <p:nvPicPr>
          <p:cNvPr id="5" name="Picture 4" descr="2026-10-27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目前整體投資組合累積損益為 -1508140 元（-15.08%），彌補虧損為當前第一要務。今日景碩（收盤 941.0 元）、中砂（收盤 832.0 元）、帆宣（收盤 584.0 元）、致茂（收盤 1950.0 元）皆已跌破停損價（分別為 999.0 元、936.69 元、599.23 元、2069.91 元），依紀律執行全數停損出場。合庫金（獲利 +10.19%）、國票金（獲利 +6.61%）、遠東銀（獲利 +2.94%）、潤泰全（獲利 +0.80%）及聯茂（獲利 +2.61%）則執行獲利換股，台橡與艾笛森亦同步辦理換股。賣出回收資金，進攻籃優先換至一個月預期報酬 +17.45%、創新高機率 74.6% 的騰雲或高分進攻標的；穩健籃則轉向預期報酬 +7.20% 的 00731 復華富時高息低波或高分穩健標的，以加速回補損益。欣興與合晶因持有未滿 10 個交易日且未破停損，依規則繼續續抱。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-1,508,140 元（-15.08%），已實現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17.76%；只有正報酬才列入排名，補回虧損是第一優先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+4.68%（約 +397,632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+17.45%，創新高機率 74.6%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穩健籃最佳替換候選：00731 復華富時高息低波，一個月預期報酬 +7.20%，收正報酬機率 77.8%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遠東銀（+13,740 元）：已獲利 +13,740 元（+2.94%）先入袋；這檔一個月預期只剩 +0.97%，轉買 00731 復華富時高息低波（預期 +7.20%）扣除換股成本後多 5.64%（門檻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國票金（+42,867 元）：已獲利 +42,867 元（+6.61%）先入袋；這檔一個月預期只剩 +1.63%，轉買 00731 復華富時高息低波（預期 +7.20%）扣除換股成本後多 4.99%（門檻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致茂（-3,325 元）：收盤 1950.0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帆宣（-109,162 元）：收盤 584.0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台橡（-3,877 元）：6870 騰雲 扣除換股成本後的預期報酬比續抱高 14.14%（門檻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潤泰全（+3,285 元）：已獲利 +3,285 元（+0.80%）先入袋；這檔一個月預期只剩 +2.98%，轉買 00731 復華富時高息低波（預期 +7.20%）扣除換股成本後多 3.64%（門檻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合庫金（+63,905 元）：已獲利 +63,905 元（+10.19%）先入袋；這檔一個月預期只剩 +3.15%，轉買 00731 復華富時高息低波（預期 +7.20%）扣除換股成本後多 3.46%（門檻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元大金（+2,198 元）：買進第 4 個交易日，未滿 10 個交易日不換股、不因分數小幅轉弱賣出（模型排名每天都會小幅變動，來回換股要付約 0.58% 成本）；跌破停損 67.62 才出場。提醒：已獲利 +3.09%，00731 復華富時高息低波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中砂（-202,735 元）：收盤 832.0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欣興（-69,360 元）：買進第 9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合晶（-13,665 元）：買進第 9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聯茂（+18,965 元）：已獲利 +18,965 元（+2.61%）先入袋；這檔一個月預期只剩 +6.80%，轉買 6870 騰雲（預期 +17.45%）扣除換股成本後多 10.06%（門檻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景碩（-234,809 元）：收盤 941.0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4.72%（門檻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國際巨集事件對持股產生多向影響：第一，美債10年期殖利率因聯準會暫停升息預期變動，對合庫金產生 +968 元正面影響，決策維持原狀；第二，VIX恐慌指數下降帶動風險偏好，對帆宣（+16574 元）、景碩（+14960 元）、中砂（+8986 元）、欣興（+8640 元）等標的產生顯著正面影響，合計影響 +67516 元（+0.8%），決策支持續抱並可作為加碼依據；第三，歐盟擬限制中國進口，對帆宣（-6027 元）、欣興（-4109 元）產生負面影響，合計影響 -12101 元（-0.14%），決策列入觀察暫不調整；第四，費城半導體指數大漲帶動景碩（+22518 元）、帆宣（+17076 元）、欣興（+12990 元）、中砂（+10802 元）表現，合計正面影響 +79309 元（+0.93%），決策支持續抱；第五，外資淨匯出引發新台幣貶值，對景碩（-11259 元）、欣興（-3806 元）產生負面影響，合計影響 -15065 元（-0.18%），決策列入觀察；第六，日經225指數上漲對景碩（+40408 元）、帆宣（+23229 元）、聯茂（+17158 元）、中砂（+17156 元）、欣興（+16374 元）帶來正面挹注，合計影響 +127258 元（+1.5%），支持續抱決策。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聯準會利率決議前夕市場預期將暫停升息 → 美國10年債殖利率↓：預估 +968 元（+0.01%）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美國與加拿大進行談判擬放寬鋼鐵與汽車關稅 → VIX恐慌指數↓：預估 +67,516 元（+0.80%）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歐盟計畫對中國祭出更多進口配額與關稅限制 → 中國大型股ETF↓：預估 -12,101 元（-0.14%）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AI公司Anthropic提交IPO申請並揭露大型合約 → 費城半導體↑：預估 +79,309 元（+0.93%）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輝達掏30億美元入股Meta並擴大AI合作 → 費城半導體↑：預估 +79,309 元（+0.93%）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外資近4個月淨匯出543億美元加劇新台幣貶值壓力 → 美元兌台幣↑：預估 -15,065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日本銀行預計維持利率不變並為未來升息鋪路 → 日經225↑：預估 +127,258 元（+1.50%）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國際事件：聯準會利率決議前夕市場預期將暫停升息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國際事件：美國與加拿大進行談判擬放寬鋼鐵與汽車關稅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+1,313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+1,059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+14,960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+8,986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+9,027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+8,640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國際事件：歐盟計畫對中國祭出更多進口配額與關稅限制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-4,109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17</a:t>
            </a:r>
          </a:p>
        </p:txBody>
      </p:sp>
      <p:pic>
        <p:nvPicPr>
          <p:cNvPr id="5" name="Picture 4" descr="2026-10-27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700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18</a:t>
            </a:r>
          </a:p>
        </p:txBody>
      </p:sp>
      <p:pic>
        <p:nvPicPr>
          <p:cNvPr id="5" name="Picture 4" descr="2026-10-27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19</a:t>
            </a:r>
          </a:p>
        </p:txBody>
      </p:sp>
      <p:pic>
        <p:nvPicPr>
          <p:cNvPr id="5" name="Picture 4" descr="2026-10-27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1344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201,400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691,114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481,548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416,034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1,542,299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907,712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1,255,600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1930.0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穩健｜6416 瑞祺電通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張+164股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1046.11 只剩 1.3%，先掛好停損單；負面新聞：公司針對工安意外發布說明；股價偏弱，減碼三分之一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風險警示：負面新聞：董事會決議辦理現金增資發行新股及發行國內無擔保轉換公司債；股價偏弱，減碼三分之一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+63,905 元（+10.19%）先入袋；這檔一個月預期只剩 +3.15%，轉買 00731 復華富時高息低波（預期 +7.20%）扣除換股成本後多 3.46%（門檻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691,200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+42,867 元（+6.61%）先入袋；這檔一個月預期只剩 +1.63%，轉買 00731 復華富時高息低波（預期 +7.20%）扣除換股成本後多 4.99%（門檻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691,114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+13,740 元（+2.94%）先入袋；這檔一個月預期只剩 +0.97%，轉買 00731 復華富時高息低波（預期 +7.20%）扣除換股成本後多 5.64%（門檻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481,548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+3,285 元（+0.80%）先入袋；這檔一個月預期只剩 +2.98%，轉買 00731 復華富時高息低波（預期 +7.20%）扣除換股成本後多 3.64%（門檻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416,034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941.00 元 ≤ 停損價 999.00 元（成本 1084.26 元，損益 -13.21%）；同時風險警示：已跌破停損價 999.0（目前 941.0）：依紀律全數出場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4.72%（門檻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832.00 元 ≤ 停損價 936.69 元（成本 1017.82 元，損益 -18.26%）；同時風險警示：已跌破停損價 936.69（目前 832.0）：依紀律全數出場；法人近 5 日賣超 1,037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584.00 元 ≤ 停損價 599.23 元（成本 634.77 元，損益 -8.00%）；同時風險警示：已跌破停損價 599.23（目前 584.0）：依紀律全數出場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+18,965 元（+2.61%）先入袋；這檔一個月預期只剩 +6.80%，轉買 6870 騰雲（預期 +17.45%）扣除換股成本後多 10.06%（門檻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746,000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14.14%（門檻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84,750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1950.00 元 ≤ 停損價 2069.91 元（成本 2365.62 元，損益 -17.57%）；同時風險警示：已跌破停損價 2069.91（目前 1955.0）：依紀律全數出場；負面新聞：董事會決議辦理現金增資發行普通股參與發行海外存託憑證；股價偏弱，減碼三分之一；法人近 5 日賣超 1,911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買進【穩健籃】6416 瑞祺電通｜4 張 + 164 股｜限價 121.0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穩健分數高達 +0.69，9月營收年增 +59.2%，掛限價 121.0 元買進 4164 股（約 50.38 萬元）。收盤跌破 110.50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+0.69 達門檻（+0.20）；一個月收正報酬機率 58.4%、預期最大回檔 -9.0%，且未過熱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58.4%（全市場基準 51.8%），預期最大回檔 -9.0%（回檔幅度排名全市場最小的前 20%）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60.0%、預期報酬 +11.1%（模型估計，不是保證）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0.20（大盤漲跌 1% 時約變動 0.20%），日波動 2.14%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1,910,669 元（已持有 73,300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8,491,860 元 × 每筆風險 0.8% × 信心係數 1.36（由穩健分數 +0.69 換算）= 92,137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10.14 與距 10 日低點 115.50 的距離 5.50 之較大者 = 10.14 元（進場 121.00 → 停損 110.50 元，8.4%）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92,137 ÷ 10.14 = 9,084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4,919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121.4 與前一日收盤 121.5 的較低者 = 121.0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164 股（共 4,164 股），金額約 503,844 元，佔總資產 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+59.2%，基本面支撐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58.4%，勝率普通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-9.0%，下檔風險偏大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110.50 元全數賣出 4 張又 164 股（共 4,164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買進【穩健籃】1440 南紡｜32 張｜限價 13.85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 +0.64 且波動溫和，掛限價 13.85 元買進 32000 股（約 44.32 萬元）。收盤跌破 13.05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+0.64 達門檻（+0.20）；一個月收正報酬機率 49.0%、預期最大回檔 -9.8%，且未過熱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49.0%（全市場基準 51.8%），預期最大回檔 -9.8%（回檔幅度排名全市場最小的前 26%）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61.2%、預期報酬 +10.4%（模型估計，不是保證）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0.20（大盤漲跌 1% 時約變動 0.20%），日波動 1.76%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1,910,669 元（已持有 73,300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8,491,860 元 × 每筆風險 0.8% × 信心係數 1.30（由穩健分數 +0.64 換算）= 88,146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0.80 與距 10 日低點 13.70 的距離 0.15 之較大者 = 0.80 元（進場 13.85 → 停損 13.05 元，5.8%）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88,146 ÷ 0.80 = 110,182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3,587 張 × 2%）」限制，下修至 71,748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38,856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32,000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13.92 與前一日收盤 13.899999618530273 的較低者 = 13.85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取整後：32 張（32,000 股），金額約 443,200 元，佔總資產 5.2%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892 股只有 12,354 元，低於 14,035 元會被最低手續費 20 元拉高費率（約 0.16%），所以不買零股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+0.64 高，信心係數 1.30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49.0%，勝率普通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-9.8%，下檔風險偏大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-0.6%，基本面偏弱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13.05 元全數賣出 32 張（32,000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買進【穩健籃】8215 明基材｜16 張｜限價 28.85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 +0.62，三大法人近 5 日買超 951 張，掛限價 28.85 元買進 16000 股（約 46.16 萬元）。收盤跌破 26.75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+0.62 達門檻（+0.20）；一個月收正報酬機率 53.8%、預期最大回檔 -9.0%，且未過熱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53.8%（全市場基準 51.8%），預期最大回檔 -9.0%（回檔幅度排名全市場最小的前 20%）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55.8%、預期報酬 +20.2%（模型估計，不是保證）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0.62（大盤漲跌 1% 時約變動 0.62%），日波動 2.35%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1,910,669 元（已持有 73,300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8,491,860 元 × 每筆風險 0.8% × 信心係數 1.28（由穩健分數 +0.62 換算）= 87,042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2.06 與距 10 日低點 27.00 的距離 1.85 之較大者 = 2.06 元（進場 28.85 → 停損 26.75 元，7.2%）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87,042 ÷ 2.06 = 42,165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1,791 張 × 2%）」限制，下修至 35,823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19,400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16,000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28.99 與前一日收盤 28.899999618530273 的較低者 = 28.85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取整後：16 張（16,000 股），金額約 461,600 元，佔總資產 5.4%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422 股只有 12,175 元，低於 14,035 元會被最低手續費 20 元拉高費率（約 0.16%），所以不買零股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+0.62 高，信心係數 1.28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53.8%，勝率普通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-9.0%，下檔風險偏大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26.75 元全數賣出 16 張（16,000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元大金｜8 張 + 420 股｜限價 73.2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 +0.59，一個月收正報酬機率 61.1%，掛限價 73.2 元買進 8420 股（約 61.63 萬元）。收盤跌破 68.50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61.1%、預期最大回檔 -8.5%，且未過熱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61.1%（全市場基準 51.8%），預期最大回檔 -8.5%（回檔幅度排名全市場最小的前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63.0%、預期報酬 +4.9%（模型估計，不是保證）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0.65（大盤漲跌 1% 時約變動 0.65%），日波動 1.51%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1,910,669 元（已持有 73,300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8,491,860 元 × 每筆風險 0.8% × 信心係數 1.24（由穩健分數 +0.59 換算）= 84,494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3.64 與距 10 日低點 68.60 的距離 4.60 之較大者 = 4.60 元（進場 73.20 → 停損 68.50 元，6.3%）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84,494 ÷ 4.60 = 18,368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9,947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73.24 與前一日收盤 73.30000305175781 的較低者 = 73.2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取整後：8 張又 420 股（共 8,420 股），金額約 616,344 元，佔總資產 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68.50 元全數賣出 8 張又 420 股（共 8,420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買進【進攻籃】6221 晉泰｜36 張 + 829 股｜限價 39.1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進攻綜合分數 +0.78，一個月創高機率 82.7% 且營收年增 +47.3%，掛限價 39.1 元買進 36829 股（約 144.00 萬元）。收盤跌破 35.15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1%、創新高機率 82.7%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82.7%（全市場基準 18.0%，排名前 5%），預期超額報酬 +11.94%（排名前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-5.7%（52 週高 40.96，現價 38.65）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+26.5%、近 60 日 +81.0%，相對大盤 20 日 +30.4%、60 日 +70.6%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5,732,006 元（已持有 706,200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8,491,860 元 × 每筆風險 0.8% × 信心係數 1.47（由綜合分數 +0.78 換算）= 100,119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4.72 與距 10 日低點 31.30 的距離 7.80 之較大者，但不超過進場價 10%（3.91） = 3.91 元（進場 39.10 → 停損 35.15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100,119 ÷ 3.91 = 25,606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11,223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38.88 × (1 + 0.5%) = 39.1，提高成交機率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取整後：36 張又 829 股（共 36,829 股），金額約 1,440,014 元，佔總資產 17.0%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82.7%，勝率高可多配置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+47.3%，基本面支撐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40.96 元（距現價 5.7%）即確認創新高，續抱讓獲利奔跑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35.15 元全數賣出 36 張又 829 股（共 36,829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GIS-KY｜16 張 + 917 股｜限價 106.0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進攻綜合分數 +0.77，一個月創高機率 89.5% 且正處於創高區，掛限價 106.0 元買進 16917 股（約 179.32 萬元）。收盤跌破 95.40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4%、創新高機率 89.5%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89.5%（全市場基準 18.0%，排名前 3%），預期超額報酬 +7.82%（排名前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-2.8%（52 週高 108.0，現價 105.0），正處於創高區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+42.7%、近 60 日 +82.9%，相對大盤 20 日 +46.5%、60 日 +72.5%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5,732,006 元（已持有 706,200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8,491,860 元 × 每筆風險 0.8% × 信心係數 1.46（由綜合分數 +0.77 換算）= 99,100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14.97 與距 10 日低點 83.30 的距離 22.70 之較大者，但不超過進場價 10%（10.60） = 10.60 元（進場 106.00 → 停損 95.40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99,100 ÷ 10.60 = 9,349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7,569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105.29 × (1 + 0.5%) = 106.0，提高成交機率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取整後：16 張又 917 股（共 16,917 股），金額約 1,793,202 元，佔總資產 21.1%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89.5%，勝率高可多配置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【少買】日均波動（ATR）7.1%，波動大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2.8%）即確認創新高，續抱讓獲利奔跑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95.40 元全數賣出 16 張又 917 股（共 16,917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買進【進攻籃】2468 華經｜31 張 + 670 股｜限價 56.6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進攻綜合分數 +0.76，一個月創高機率高達 96.4% 且9月營收年增 +68.8%，掛限價 56.6 元買進 31670 股（約 179.25 萬元）。收盤跌破 50.90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5%、創新高機率 96.4%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96.4%（全市場基準 18.0%，排名前 0%），預期超額報酬 +7.53%（排名前 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56.0，現價 56.0），正處於創高區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+19.5%、近 60 日 +63.5%，相對大盤 20 日 +23.4%、60 日 +53.1%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5,732,006 元（已持有 706,200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8,491,860 元 × 每筆風險 0.8% × 信心係數 1.46（由綜合分數 +0.76 換算）= 98,845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7.19 與距 10 日低點 42.40 的距離 14.20 之較大者，但不超過進場價 10%（5.66） = 5.66 元（進場 56.60 → 停損 50.90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98,845 ÷ 5.66 = 17,464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14,206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56.29 × (1 + 0.5%) = 56.6，提高成交機率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取整後：31 張又 670 股（共 31,670 股），金額約 1,792,522 元，佔總資產 21.1%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96.4%，勝率高可多配置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+68.8%，基本面支撐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【少買】日均波動（ATR）6.4%，波動大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56.0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50.90 元全數賣出 31 張又 670 股（共 31,670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41</a:t>
            </a:r>
          </a:p>
        </p:txBody>
      </p:sp>
      <p:pic>
        <p:nvPicPr>
          <p:cNvPr id="5" name="Picture 4" descr="2026-10-27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64586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96.1%（每日收盤檢查，未達扣報酬率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90.4%（目標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20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20 筆 = 108 筆；剩餘 24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2,547,558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-15.08%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43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88.0% / 30.4%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[中] 穩健籃推薦後 5 日：收正比例 28%、平均最大回檔 -3.0%（警戒 45%／-5%）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16.7%，超過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偵測結果：穩健籃推薦後 5 日：收正比例 28%、平均最大回檔 -3.0%（警戒 45%／-5%）；總資產自高點 10,198,741 回落 16.7%，超過 8%。修正：未修改參數。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2026-10-27　|　44</a:t>
            </a:r>
          </a:p>
        </p:txBody>
      </p:sp>
      <p:pic>
        <p:nvPicPr>
          <p:cNvPr id="5" name="Picture 4" descr="2026-10-27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