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盤後檢討與隔日預掛單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2026-10-29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853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-14.68%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93.4%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+0.05%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美股前一交易日：費城半導體 +1.75%、那斯達克 +0.27%、標普500 +0.28%、台積電ADR +0.60%、美10年債殖利率 +1.04%。新聞面：台股受外資大幅賣超、新台幣貶值及科技股財報分歧影響而重挫，儘管聯準會維持利率不變，市場仍面臨AI投資疑慮與地緣政治風險加劇的震盪氛圍。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模型預測加權指數開盤 +0.05%（平盤），開盤後 -0.22%（回落）；樣本外方向命中率 82.8%，誤差區間約 ±0.52%。（注意：盤後版使用的美股資料為前一晚收盤，明早 07:00 盤前報告會以最新美股重新計算）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-11.55%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639 股（共 1,639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949.0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-10.68%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 張又 150 股（共 2,150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1,091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-12.76%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91 股（共 1,091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879.0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張（1,000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40,416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+7.24%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40 張又 416 股（共 40,416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+10.57%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24 張（24,000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-11.99%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570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1025.0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20 張又 528 股（共 20,528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+2.17%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36 張又 71 股（共 36,071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7,173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7 張又 173 股（共 7,173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-13.11%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張（1,000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99.4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-7.25%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 張（3,000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-17.78%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8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1925.0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+3.23%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9 張又 228 股（共 9,228 股），加碼後共 10 張又 228 股（共 10,228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6／警告 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【嚴重】3189 景碩：已跌破停損價 999.0（目前 959.0）：依紀律全數出場 → 建議賣出 1 張又 639 股（共 1,639 股）（持有 1,639 股的 100%），限價 949.0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【嚴重】1560 中砂：已跌破停損價 936.69（目前 888.0）：依紀律全數出場 → 建議賣出 1 張又 91 股（共 1,091 股）（持有 1,091 股的 100%），限價 879.0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【嚴重】6196 帆宣：已跌破停損價 599.23（目前 567.0）：依紀律全數出場 → 建議賣出 2 張又 150 股（共 2,150 股）（持有 2,150 股的 100%），限價 561.0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【嚴重】2103 台橡：已跌破停損價 27.7（目前 27.4）：依紀律全數出場 → 建議賣出 3 張（3,000 股）（持有 3,000 股的 100%），限價 27.1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【嚴重】2360 致茂：已跌破停損價 2069.91（目前 1945.0）：依紀律全數出場 → 建議賣出 8 股（零股）（持有 8 股的 100%），限價 1925.0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【嚴重】3037 欣興：已跌破停損價 1046.11（目前 1040.0）：依紀律全數出場 → 建議賣出 570 股（零股）（持有 570 股的 100%），限價 1025.0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【警告】2845 遠東銀：負面新聞：公告受金管會裁罰案之說明；股價尚穩，先上調停損 → 停損上調至 13.04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【警告】6213 聯茂：負面新聞：有價證券於集中交易市場達公布注意交易資訊標準；股價偏弱，減碼三分之一 → 建議賣出 333 股（零股）（持有 1,000 股的 33%），限價 737.0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51／跌停 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跌停｜6510 精測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可能原因（新聞）：Factset 最新調查：精測(6510-TW)EPS預估下修至62.25元，預估目標價為4187.5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跌停｜6873 泓德能源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綠能環保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可能原因（新聞）：上市綠能大廠泓德能源董總捲光電弊案遭押！ 公司急開臨時董事會：核心業務進度如常 - Yahoo股市；泓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跌停｜1516 川飛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可能原因（新聞）：《台北股市》注意股：28日42檔川飛、玉晶光、高力、尖點、中茂等- 上市櫃 - 旺得富理財網；《其他股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漲停｜3105 穩懋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可能原因（新聞）：穩懋(3105) 個股概覽 | 個股 - 股市 - CMoney；【09:03 即時新聞】穩懋(310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可能原因（新聞）：熱門股》明年獲利看俏 景碩站回均線上 - 自由時報；盤中速報 - 景碩(3189)股價拉至漲停，漲停價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漲停｜3443 創意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可能原因（新聞）：創意(3443) 個股概覽 | 個股 - 股市 - CMoney；焦點股》創意：3大CSP大單到手！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漲停｜2368 金像電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可能原因（新聞）：金像電 | 2368.TW 股價走勢與即時報價 - BigGo 財經；盤中速報 - 金像電(2368)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漲停｜3406 玉晶光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可能原因（新聞）：玉晶光(3406) 個股概覽 | 個股 - 股市 - CMoney；玉晶光股價上演雲霄飛車！昨日創高、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漲停｜3006 晶豪科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可能原因（新聞）：盤中速報 - 晶豪科(3006)股價拉至漲停，漲停價275.5元，成交16,146張 - Tradin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漲停｜2455 全新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可能原因（新聞）：熱門股》處置出關 全新漲停創天價 - 自由時報；【11:01 即時新聞】全新(2455)股價走強靠攏5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漲停｜6415 矽力*-KY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可能原因（新聞）：【10:54 即時新聞】矽力*-KY(6415)勁揚逾9%，AI伺服器電源概念續受關注 - CMone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75%／穩健 25%／ETF 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灰燈：大盤中性（距季線 -0.3%、20 日 -3.4%） → 進攻籃 80%（已持續 9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依據（報酬率第一）：十年回測每次前 20 名 20 日報酬，進攻籃在綠燈 6.0%／灰燈 6.2%／紅燈 3.7%，都高於穩健籃 4.4%／3.8%／2.1%，勝率相近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調整 Agent 偵測到 2 項失誤 → 進攻 −5%，待模型修正後再恢復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75%、穩健籃 25%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75%、穩健籃 25%、ETF 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0%（分散個股風險、證交稅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0%（佔股票＋ETF 目標持股；基準 0%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576 萬，執行後佔總資產 67.5%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進攻籃買進：3105 穩懋、3591 艾笛森、6756 威鋒電子、6221 晉泰、2069 運錩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192 萬，執行後佔總資產 24.9%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穩健籃買進：2850 新產、3022 威強電、2885 元大金、3704 合勤控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0 萬，執行後佔總資產 0.0%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籃買進：無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灰燈：大盤中性（距季線 -0.3%、20 日 -3.4%） → 進攻籃 80%（已持續 9 個交易日）；依據（報酬率第一）：十年回測每次前 20 名 20 日報酬，進攻籃在綠燈 6.0%／灰燈 6.2%／紅燈 3.7%，都高於穩健籃 4.4%／3.8%／2.1%，勝率相近；調整 Agent 偵測到 2 項失誤 → 進攻 −5%，待模型修正後再恢復；股票內部：進攻籃 75%、穩健籃 25%；今日配置（佔股票＋ETF 目標持股）：進攻籃 75%、穩健籃 25%、ETF 籃 0%。進攻籃買進：3105 穩懋、3591 艾笛森、6756 威鋒電子、6221 晉泰、2069 運錩。穩健籃買進：2850 新產、3022 威強電、2885 元大金、3704 合勤控。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75.3%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2850 新產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3022 威強電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00940 元大台灣價值高息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70.7%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0055 元大MSCI金融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00900 富邦特選高股息30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3704 合勤控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6416 瑞祺電通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5292 華懋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綠能環保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期貨與選擇權：做多 微型臺指期貨 6 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204"/>
                <a:gridCol w="2577465"/>
                <a:gridCol w="937260"/>
                <a:gridCol w="1405890"/>
                <a:gridCol w="1405890"/>
                <a:gridCol w="1640204"/>
                <a:gridCol w="1640204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合約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口數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保證金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最大損失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做多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TMF202611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46,579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44,744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210,300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110,100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期貨與選擇權判斷：做多 微型臺指期貨 6 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做多理由：方向模型：未來 5 個交易日上漲機率 63.5%（模型估計，不是保證）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 74 次，命中率 63.5%（基準 62.7%），平均每次 +1.06%（已扣成本）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主要依據：距季線看多、加權 20 日報酬看空、月線在季線上看多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-14.68%、距高點回撤 -16.35%、剩 22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報酬為負或回撤 ≥ 4%：提高機率門檻、放寬每筆風險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63.5%（模型估計，不是保證）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 74 次，命中率 63.5%（基準 62.7%），平均每次 +1.06%（已扣成本）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1 次，少於 20 次，證據不足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為何今日會漲／會跌（2026-10-29）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10</a:t>
            </a:r>
          </a:p>
        </p:txBody>
      </p:sp>
      <p:pic>
        <p:nvPicPr>
          <p:cNvPr id="5" name="Picture 4" descr="2026-10-29_盤後檢討與隔日預掛單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563815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5880 合庫金：今日上漲 +1.58%（+10,800 元），主因為「產業因素」（+2.04%）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2889 國票金：今日上漲 +0.58%（+4,042 元），主因為「產業因素」（+2.18%）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2845 遠東銀：今日上漲 +0.76%（+3,607 元），主因為「產業因素」（+2.04%）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潤泰全：今日上漲 +1.22%（+5,021 元），主因為「個股特有因素」（+1.50%）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景碩：今日下跌 -7.34%（-124,564 元），主因為「個股特有因素」（-3.49%）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艾笛森：今日上漲 +0.74%（+4,106 元），主因為「個股特有因素」（+3.41%）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+1.58%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+10,800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+2.04%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+4,042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+0.76%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+3,607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+2.04%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+5,021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-7.34%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-124,564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-2.76%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-1.09%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-3.49%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+4,106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-2.84%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-28,366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-2.12%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-0.44%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-53,750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-4.24%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-33,000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-2.15%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-1.25%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-0.85%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-4.42%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-720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-2.18%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-1.05%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-5.45%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-34,200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-2.54%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-1.25%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-1.67%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949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2026-10-29 加權指數 -1.42%。5880 合庫金 今日上漲 +1.58%（+10,800 元），主因為「產業因素」（+2.04%）；2889 國票金 今日上漲 +0.58%（+4,042 元），主因為「產業因素」（+2.18%）；2845 遠東銀 今日上漲 +0.76%（+3,607 元），主因為「產業因素」（+2.04%）；2915 潤泰全 今日上漲 +1.22%（+5,021 元），主因為「個股特有因素」（+1.50%）；3189 景碩 今日下跌 -7.34%（-124,564 元），主因為「個股特有因素」（-3.49%）；3591 艾笛森 今日上漲 +0.74%（+4,106 元），主因為「個股特有因素」（+3.41%）；1560 中砂 今日下跌 -2.84%（-28,366 元），主因為「大盤因素」（-2.12%）；6196 帆宣 今日下跌 -4.22%（-53,750 元），主因為「大盤因素」（-1.91%）；6213 聯茂 今日下跌 -4.24%（-33,000 元），主因為「大盤因素」（-2.15%）；2103 台橡 今日下跌 -1.97%（-1,650 元），主因為「個股特有因素」（-2.90%）；2360 致茂 今日下跌 -4.42%（-720 元），主因為「大盤因素」（-2.18%）；6182 合晶 今日下跌 -4.29%（-4,500 元），主因為「大盤因素」（-2.56%）；3037 欣興 今日下跌 -5.45%（-34,200 元），主因為「大盤因素」（-2.54%）；2885 元大金 今日上漲 +0.55%（+400 元），主因為「產業因素」（+2.18%）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12</a:t>
            </a:r>
          </a:p>
        </p:txBody>
      </p:sp>
      <p:pic>
        <p:nvPicPr>
          <p:cNvPr id="5" name="Picture 4" descr="2026-10-29_盤後檢討與隔日預掛單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-1,468,365 元（-14.68%），已實現 -977,655 元；回到初始資金需上漲 17.21%；只有正報酬才列入排名，補回虧損是第一優先；現有持股依模型加權的一個月預期報酬 +3.62%（約 +309,132 元）；進攻籃最佳替換候選：00642U 期元大S&amp;P石油，一個月預期報酬 +13.35%，創新高機率 93.5%；穩健籃最佳替換候選：00915 凱基優選高股息30，一個月預期報酬 +5.66%，收正報酬機率 75.3%。2845 遠東銀：獲利換股（已獲利 +10,133 元（+2.17%）先入袋；這檔一個月預期只剩 +0.70%，轉買 00915 凱基優選高股息30（預期 +5.66%）扣除換股成本後多 4.38%（門檻 1.0%），且收正報酬機率不低於原標的）；6213 聯茂：獲利換股（已獲利 +17,965 元（+2.47%）先入袋；這檔一個月預期只剩 +0.94%，轉買 00642U 期元大S&amp;P石油（預期 +13.35%）扣除換股成本後多 11.83%（門檻 1.0%），且創新高機率不低於原標的）；2915 潤泰全：獲利換股（已獲利 +2,568 元（+0.62%）先入袋；這檔一個月預期只剩 +1.99%，轉買 00915 凱基優選高股息30（預期 +5.66%）扣除換股成本後多 3.08%（門檻 1.0%），且收正報酬機率不低於原標的）；2889 國票金：獲利換股（已獲利 +46,908 元（+7.24%）先入袋；這檔一個月預期只剩 +2.08%，轉買 00915 凱基優選高股息30（預期 +5.66%）扣除換股成本後多 2.99%（門檻 1.0%），且收正報酬機率不低於原標的）；3037 欣興：停損換股（收盤 1040.0 已跌破停損價 1046.11，依紀律出場；資金轉往評分最高的候選標的）；6196 帆宣：停損換股（收盤 567.0 已跌破停損價 599.23，依紀律出場；資金轉往評分最高的候選標的）；2360 致茂：停損換股（收盤 1945.0 已跌破停損價 2069.91，依紀律出場；資金轉往評分最高的候選標的）；5880 合庫金：獲利換股（已獲利 +66,305 元（+10.57%）先入袋；這檔一個月預期只剩 +2.95%，轉買 00915 凱基優選高股息30（預期 +5.66%）扣除換股成本後多 2.12%（門檻 1.0%），且收正報酬機率不低於原標的）；2885 元大金：續抱（買進第 6 個交易日，未滿 10 個交易日不換股、不因分數小幅轉弱賣出（模型排名每天都會小幅變動，來回換股要付約 0.58% 成本）；跌破停損 67.62 才出場。提醒：已獲利 +3.23%，00915 凱基優選高股息30 預期報酬較高，滿 10 個交易日後若仍如此會建議獲利換股）；2103 台橡：停損換股（收盤 27.399999618530273 已跌破停損價 27.7，依紀律出場；資金轉往評分最高的候選標的）；1560 中砂：停損換股（收盤 888.0 已跌破停損價 936.69，依紀律出場；資金轉往評分最高的候選標的）；3189 景碩：停損換股（收盤 959.0 已跌破停損價 999.0，依紀律出場；資金轉往評分最高的候選標的）；6182 合晶：換股（00642U 期元大S&amp;P石油 扣除換股成本後的預期報酬比續抱高 6.53%（門檻 1.0%），且創新高機率不低於原標的 → 換股補回虧損較快；回收資金依綜合分數配置到買進候選，各檔仍受單一標的與產業上限約束）；3591 艾笛森：換股（00642U 期元大S&amp;P石油 扣除換股成本後的預期報酬比續抱高 1.24%（門檻 1.0%），且創新高機率不低於原標的 → 換股補回虧損較快；回收資金依綜合分數配置到買進候選，各檔仍受單一標的與產業上限約束）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-1,468,365 元（-14.68%），已實現 -977,655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17.21%；只有正報酬才列入排名，補回虧損是第一優先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+3.62%（約 +309,132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進攻籃最佳替換候選：00642U 期元大S&amp;P石油，一個月預期報酬 +13.35%，創新高機率 93.5%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穩健籃最佳替換候選：00915 凱基優選高股息30，一個月預期報酬 +5.66%，收正報酬機率 75.3%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【獲利換股】2845 遠東銀（+10,133 元）：已獲利 +10,133 元（+2.17%）先入袋；這檔一個月預期只剩 +0.70%，轉買 00915 凱基優選高股息30（預期 +5.66%）扣除換股成本後多 4.38%（門檻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【獲利換股】6213 聯茂（+17,965 元）：已獲利 +17,965 元（+2.47%）先入袋；這檔一個月預期只剩 +0.94%，轉買 00642U 期元大S&amp;P石油（預期 +13.35%）扣除換股成本後多 11.83%（門檻 1.0%），且創新高機率不低於原標的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【獲利換股】2915 潤泰全（+2,568 元）：已獲利 +2,568 元（+0.62%）先入袋；這檔一個月預期只剩 +1.99%，轉買 00915 凱基優選高股息30（預期 +5.66%）扣除換股成本後多 3.08%（門檻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【獲利換股】2889 國票金（+46,908 元）：已獲利 +46,908 元（+7.24%）先入袋；這檔一個月預期只剩 +2.08%，轉買 00915 凱基優選高股息30（預期 +5.66%）扣除換股成本後多 2.99%（門檻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【停損換股】3037 欣興（-80,760 元）：收盤 1040.0 已跌破停損價 1046.11，依紀律出場；資金轉往評分最高的候選標的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【停損換股】6196 帆宣（-145,712 元）：收盤 567.0 已跌破停損價 599.23，依紀律出場；資金轉往評分最高的候選標的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【停損換股】2360 致茂（-3,365 元）：收盤 1945.0 已跌破停損價 2069.91，依紀律出場；資金轉往評分最高的候選標的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【獲利換股】5880 合庫金（+66,305 元）：已獲利 +66,305 元（+10.57%）先入袋；這檔一個月預期只剩 +2.95%，轉買 00915 凱基優選高股息30（預期 +5.66%）扣除換股成本後多 2.12%（門檻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【續抱】2885 元大金（+2,298 元）：買進第 6 個交易日，未滿 10 個交易日不換股、不因分數小幅轉弱賣出（模型排名每天都會小幅變動，來回換股要付約 0.58% 成本）；跌破停損 67.62 才出場。提醒：已獲利 +3.23%，00915 凱基優選高股息30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【停損換股】2103 台橡（-6,427 元）：收盤 27.399999618530273 已跌破停損價 27.7，依紀律出場；資金轉往評分最高的候選標的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【停損換股】1560 中砂（-141,639 元）：收盤 888.0 已跌破停損價 936.69，依紀律出場；資金轉往評分最高的候選標的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【停損換股】3189 景碩（-205,307 元）：收盤 959.0 已跌破停損價 999.0，依紀律出場；資金轉往評分最高的候選標的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【換股】6182 合晶（-15,165 元）：00642U 期元大S&amp;P石油 扣除換股成本後的預期報酬比續抱高 6.53%（門檻 1.0%），且創新高機率不低於原標的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【換股】3591 艾笛森（-37,413 元）：00642U 期元大S&amp;P石油 扣除換股成本後的預期報酬比續抱高 1.24%（門檻 1.0%），且創新高機率不低於原標的 → 換股補回虧損較快；回收資金依綜合分數配置到買進候選，各檔仍受單一標的與產業上限約束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14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美國聯準會宣布維持利率按兵不動，但分析指出此舉為鷹派暫停，年底前仍保有升息可能性 → 美國10年債殖利率上升，持股合計預估影響 -971 元（總資產 -0.01%）；Alphabet財報低於預期且AI資本支出持續擴大致自由現金流轉負，引發市場對AI獲利能力之疑慮 → 費城半導體下降，持股合計預估影響 -83,805 元（總資產 -0.98%）；川普政府認定進口機器人及工業機械恐威脅國家安全，宣布暫緩加徵關稅並給予180天談判期限 → VIX恐慌指數上升，持股合計預估影響 -71,871 元（總資產 -0.84%）；美副總統致函伊朗試探重啟談判可能性，但川普警告不排除全面打擊，中東地緣不確定性持續加劇 → VIX恐慌指數上升，持股合計預估影響 -71,871 元（總資產 -0.84%）；美國對中國製造拖車發布終裁關稅令課徵260%關稅，並同步將華大列入實體清單加強打壓 → 中國大型股ETF下降，持股合計預估影響 -13,863 元（總資產 -0.16%）；受美股科技股賣壓及台股回檔衝擊，新台幣兌美元匯率早盤重貶並再次貶破32.5元關卡 → 美元兌台幣上升，持股合計預估影響 -10,688 元（總資產 -0.13%）；三星電子受惠AI需求第3季獲利大幅成長，並預警記憶體供不應求現象恐將持續至2028年 → 費城半導體上升，持股合計預估影響 +83,805 元（總資產 +0.98%）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美國聯準會宣布維持利率按兵不動，但分析指出此舉為鷹派暫停，年底前仍保有升息可能性 → 美國10年債殖利率↑：預估 -971 元（-0.01%）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Alphabet財報低於預期且AI資本支出持續擴大致自由現金流轉負，引發市場對AI獲利能力之疑慮 → 費城半導體↓：預估 -83,805 元（-0.98%）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川普政府認定進口機器人及工業機械恐威脅國家安全，宣布暫緩加徵關稅並給予180天談判期限 → VIX恐慌指數↑：預估 -71,871 元（-0.84%）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美副總統致函伊朗試探重啟談判可能性，但川普警告不排除全面打擊，中東地緣不確定性持續加劇 → VIX恐慌指數↑：預估 -71,871 元（-0.84%）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美國對中國製造拖車發布終裁關稅令課徵260%關稅，並同步將華大列入實體清單加強打壓 → 中國大型股ETF↓：預估 -13,863 元（-0.16%）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受美股科技股賣壓及台股回檔衝擊，新台幣兌美元匯率早盤重貶並再次貶破32.5元關卡 → 美元兌台幣↑：預估 -10,688 元（-0.13%）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三星電子受惠AI需求第3季獲利大幅成長，並預警記憶體供不應求現象恐將持續至2028年 → 費城半導體↑：預估 +83,805 元（+0.98%）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國際事件：美國聯準會宣布維持利率按兵不動，但分析指出此舉為鷹派暫停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-0.0332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-0.0007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-0.0715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-0.0045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-0.0876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+0.08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-0.0976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-0.09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-0.0342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-0.03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國際事件：Alphabet財報低於預期且AI資本支出持續擴大致自由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0.0377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-1,321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0.0349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0.5552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-1.58%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-24,834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999.0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0.1716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-2,701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0.4484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-12,401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936.69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0.4865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-16,945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599.23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0.431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-9,164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639.23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0.6534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-1.86%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-289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2069.91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-1,658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97.31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0.7817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-2.23%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-13,219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1046.11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0.2315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國際事件：川普政府認定進口機器人及工業機械恐威脅國家安全，宣布暫緩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-1,318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-1,529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-0.0281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-1,051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-1,163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-0.141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-1.09%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-17,133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999.0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-0.1384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-1.07%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-10,366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936.69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-0.1758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-16,579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599.23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-0.1631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-9,387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639.23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-0.1946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-1.50%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-233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2069.91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-0.1782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97.31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-0.1961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-1.51%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-8,951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1046.11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18</a:t>
            </a:r>
          </a:p>
        </p:txBody>
      </p:sp>
      <p:pic>
        <p:nvPicPr>
          <p:cNvPr id="5" name="Picture 4" descr="2026-10-29_盤後檢討與隔日預掛單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717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18.0%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19</a:t>
            </a:r>
          </a:p>
        </p:txBody>
      </p:sp>
      <p:pic>
        <p:nvPicPr>
          <p:cNvPr id="5" name="Picture 4" descr="2026-10-29_盤後檢討與隔日預掛單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20</a:t>
            </a:r>
          </a:p>
        </p:txBody>
      </p:sp>
      <p:pic>
        <p:nvPicPr>
          <p:cNvPr id="5" name="Picture 4" descr="2026-10-29_盤後檢討與隔日預掛單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327918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28.6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693,600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 張+416股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695,155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 張+71股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477,941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 張+173股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415,317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張+639股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949.0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1,571,801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 張+528股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551,177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張+91股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879.0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968,808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張+150股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1,219,050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737.0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745,000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82,200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張+8股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1925.0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15,560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99.4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100,500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張+570股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1025.0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592,800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穩健｜2850 新產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張+622股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440,496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5880 合庫金｜24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+66,305 元（+10.57%）先入袋；這檔一個月預期只剩 +2.95%，轉買 00915 凱基優選高股息30（預期 +5.66%）扣除換股成本後多 2.12%（門檻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24 張（24,000 股），回收資金約 693,600 元，依分數重新配置到同一籃的買進候選（最佳替換標的 00915 凱基優選高股息30，實際買進股數受單一標的與產業上限約束，見買進明細）；部分換股會讓兩檔都表現平庸，因此一次換完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2889 國票金｜40 張 + 416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+46,908 元（+7.24%）先入袋；這檔一個月預期只剩 +2.08%，轉買 00915 凱基優選高股息30（預期 +5.66%）扣除換股成本後多 2.99%（門檻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40 張又 416 股（共 40,416 股），回收資金約 695,155 元，依分數重新配置到同一籃的買進候選（最佳替換標的 00915 凱基優選高股息30，實際買進股數受單一標的與產業上限約束，見買進明細）；部分換股會讓兩檔都表現平庸，因此一次換完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2845 遠東銀｜36 張 + 71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+10,133 元（+2.17%）先入袋；這檔一個月預期只剩 +0.70%，轉買 00915 凱基優選高股息30（預期 +5.66%）扣除換股成本後多 4.38%（門檻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36 張又 71 股（共 36,071 股），回收資金約 477,941 元，依分數重新配置到同一籃的買進候選（最佳替換標的 00915 凱基優選高股息30，實際買進股數受單一標的與產業上限約束，見買進明細）；部分換股會讓兩檔都表現平庸，因此一次換完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2915 潤泰全｜7 張 + 173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+2,568 元（+0.62%）先入袋；這檔一個月預期只剩 +1.99%，轉買 00915 凱基優選高股息30（預期 +5.66%）扣除換股成本後多 3.08%（門檻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7 張又 173 股（共 7,173 股），回收資金約 415,317 元，依分數重新配置到同一籃的買進候選（最佳替換標的 00915 凱基優選高股息30，實際買進股數受單一標的與產業上限約束，見買進明細）；部分換股會讓兩檔都表現平庸，因此一次換完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3189 景碩｜1 張 + 639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959.00 元 ≤ 停損價 999.00 元（成本 1084.26 元，損益 -11.55%）；同時風險警示：已跌破停損價 999.0（目前 959.0）：依紀律全數出場；單日重挫 -7.34%：先減碼三分之一，確認原因後再決定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3591 艾笛森｜20 張 + 528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換股：00642U 期元大S&amp;P石油 扣除換股成本後的預期報酬比續抱高 1.24%（門檻 1.0%），且創新高機率不低於原標的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20 張又 528 股（共 20,528 股），回收資金約 551,177 元，依分數重新配置到同一籃的買進候選（最佳替換標的 00642U 期元大S&amp;P石油，實際買進股數受單一標的與產業上限約束，見買進明細）；部分換股會讓兩檔都表現平庸，因此一次換完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1560 中砂｜1 張 + 91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888.00 元 ≤ 停損價 936.69 元（成本 1017.82 元，損益 -12.76%）；同時風險警示：已跌破停損價 936.69（目前 888.0）：依紀律全數出場；法人近 5 日賣超 863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6196 帆宣｜2 張 + 150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29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567.00 元 ≤ 停損價 599.23 元（成本 634.77 元，損益 -10.68%）；同時風險警示：已跌破停損價 599.23（目前 567.0）：依紀律全數出場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6213 聯茂｜1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30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+17,965 元（+2.47%）先入袋；這檔一個月預期只剩 +0.94%，轉買 00642U 期元大S&amp;P石油（預期 +13.35%）扣除換股成本後多 11.83%（門檻 1.0%），且創新高機率不低於原標的；同時風險警示：負面新聞：有價證券於集中交易市場達公布注意交易資訊標準；股價偏弱，減碼三分之一；法人近 5 日賣超 7,878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1 張（1,000 股），回收資金約 745,000 元，依分數重新配置到同一籃的買進候選（最佳替換標的 00642U 期元大S&amp;P石油，實際買進股數受單一標的與產業上限約束，見買進明細）；部分換股會讓兩檔都表現平庸，因此一次換完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2103 台橡｜3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31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27.40 元 ≤ 停損價 27.70 元（成本 29.54 元，損益 -7.25%）；同時風險警示：已跌破停損價 27.7（目前 27.4）：依紀律全數出場；法人近 5 日賣超 1,557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2360 致茂｜0 張 + 8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32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1945.00 元 ≤ 停損價 2069.91 元（成本 2365.62 元，損益 -17.78%）；同時風險警示：已跌破停損價 2069.91（目前 1945.0）：依紀律全數出場；負面新聞：董事會決議辦理現金增資發行普通股參與發行海外存託憑證；股價偏弱，減碼三分之一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6182 合晶｜1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33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換股：00642U 期元大S&amp;P石油 扣除換股成本後的預期報酬比續抱高 6.53%（門檻 1.0%），且創新高機率不低於原標的 → 換股補回虧損較快；回收資金依綜合分數配置到買進候選，各檔仍受單一標的與產業上限約束；同時風險警示：負面新聞：董事會決議辦理現金增資發行新股及發行無擔保轉換公司債；股價偏弱，減碼三分之一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1 張（1,000 股），回收資金約 100,500 元，依分數重新配置到同一籃的買進候選（最佳替換標的 00642U 期元大S&amp;P石油，實際買進股數受單一標的與產業上限約束，見買進明細）；部分換股會讓兩檔都表現平庸，因此一次換完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3037 欣興｜0 張 + 570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1040.00 元 ≤ 停損價 1046.11 元（成本 1181.68 元，損益 -11.99%）；同時風險警示：已跌破停損價 1046.11（目前 1040.0）：依紀律全數出場；單日重挫 -5.45%：先減碼三分之一，確認原因後再決定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買進【穩健籃】2850 新產｜2 張 + 622 股｜限價 168.0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新產 2,622 股，限價 168.0，停損 160.0。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+0.69 達門檻（+0.20）；一個月收正報酬機率 64.1%、預期最大回檔 -6.5%，且未過熱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64.1%（全市場基準 51.8%），預期最大回檔 -6.5%（回檔幅度排名全市場最小的前 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65.2%、預期報酬 +12.5%（模型估計，不是保證）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0.13（大盤漲跌 1% 時約變動 0.13%），日波動 1.75%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1,919,618 元（已持有 73,400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8,531,635 元 × 每筆風險 0.8% × 信心係數 1.36（由穩健分數 +0.69 換算）= 92,995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7.64 與距 10 日低點 162.00 的距離 6.00 之較大者 = 7.64 元（進場 168.00 → 停損 160.00 元，4.5%）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92,995 ÷ 7.64 = 12,168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317 張 × 2%）」限制，下修至 6,338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3,716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168.36 與前一日收盤 168.5 的較低者 = 168.0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 張又 622 股（共 2,622 股），金額約 440,496 元，佔總資產 5.2%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+0.69 高，信心係數 1.36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【多買】日均波動（ATR）2.3%，波動溫和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4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64.1%，可提高「正報酬晉級」機率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+23.3%，基本面支撐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-6.5%，下檔風險偏大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160.00 元全數賣出 2 張又 622 股（共 2,622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買進【穩健籃】3022 威強電｜6 張｜限價 88.2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威強電 6,000 股，限價 88.2，停損 83.7。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+0.67 達門檻（+0.20）；一個月收正報酬機率 59.2%、預期最大回檔 -6.2%，且未過熱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59.2%（全市場基準 51.8%），預期最大回檔 -6.2%（回檔幅度排名全市場最小的前 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59.5%、預期報酬 +7.0%（模型估計，不是保證）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0.66（大盤漲跌 1% 時約變動 0.66%），日波動 1.49%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1,919,618 元（已持有 73,400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8,531,635 元 × 每筆風險 0.8% × 信心係數 1.33（由穩健分數 +0.67 換算）= 91,033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4.49 與距 10 日低點 87.50 的距離 0.70 之較大者 = 4.49 元（進場 88.20 → 停損 83.70 元，5.1%）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91,033 ÷ 4.49 = 20,294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739 張 × 2%）」限制，下修至 14,790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8,671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6,000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88.27 與前一日收盤 88.5 的較低者 = 88.2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取整後：6 張（6,000 股），金額約 529,200 元，佔總資產 6.2%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118 股只有 10,408 元，低於 14,035 元會被最低手續費 20 元拉高費率（約 0.19%），所以不買零股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+0.67 高，信心係數 1.33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【多買】日均波動（ATR）2.5%，波動溫和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+75.9%，基本面支撐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59.2%，勝率普通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-6.2%，下檔風險偏大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83.70 元全數賣出 6 張（6,000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買進【穩健籃】2885 元大金｜9 張 + 228 股｜限價 73.2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元大金 9,228 股，限價 73.2，停損 69.5。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+0.63 達門檻（+0.20）；一個月收正報酬機率 59.0%、預期最大回檔 -8.2%，且未過熱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59.0%（全市場基準 51.8%），預期最大回檔 -8.2%（回檔幅度排名全市場最小的前 18%）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65.7%、預期報酬 +5.1%（模型估計，不是保證）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0.63（大盤漲跌 1% 時約變動 0.63%），日波動 1.45%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1,919,618 元（已持有 73,400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8,531,635 元 × 每筆風險 0.8% × 信心係數 1.28（由穩健分數 +0.63 換算）= 87,535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3.61 與距 10 日低點 70.00 的距離 3.20 之較大者 = 3.61 元（進場 73.20 → 停損 69.50 元，4.9%）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87,535 ÷ 3.61 = 24,219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受「穩健籃單檔上限 20%」限制，下修至 22,308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13,079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73.22 與前一日收盤 73.4000015258789 的較低者 = 73.2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取整後：9 張又 228 股（共 9,228 股），金額約 675,490 元，佔總資產 7.9%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+0.63 高，信心係數 1.28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【多買】日均波動（ATR）2.5%，波動溫和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4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+22.7%，基本面支撐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【少買】已達穩健籃單檔上限，分散風險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59.0%，勝率普通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-8.2%，下檔風險偏大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69.50 元全數賣出 9 張又 228 股（共 9,228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買進【穩健籃】3704 合勤控｜10 張 + 407 股｜限價 38.8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合勤控 10,407 股，限價 38.8，停損 36.6。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+0.62 達門檻（+0.20）；一個月收正報酬機率 61.7%、預期最大回檔 -8.9%，且未過熱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61.7%（全市場基準 51.8%），預期最大回檔 -8.9%（回檔幅度排名全市場最小的前 24%）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57.6%、預期報酬 +16.9%（模型估計，不是保證）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0.59（大盤漲跌 1% 時約變動 0.59%），日波動 1.91%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1,919,618 元（已持有 73,400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8,531,635 元 × 每筆風險 0.8% × 信心係數 1.28（由穩健分數 +0.62 換算）= 87,193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2.20 與距 10 日低點 38.70 的距離 0.10 之較大者 = 2.20 元（進場 38.80 → 停損 36.60 元，5.7%）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87,193 ÷ 2.20 = 39,633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1,258 張 × 2%）」限制，下修至 25,156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14,749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38.84 與前一日收盤 38.849998474121094 的較低者 = 38.8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取整後：10 張又 407 股（共 10,407 股），金額約 403,792 元，佔總資產 4.7%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+0.62 高，信心係數 1.28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【多買】日均波動（ATR）2.8%，波動溫和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61.7%，可提高「正報酬晉級」機率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+46.2%，基本面支撐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-8.9%，下檔風險偏大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36.60 元全數賣出 10 張又 407 股（共 10,407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買進【進攻籃】3105 穩懋｜2 張 + 283 股｜限價 602.0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穩懋 2,283 股，限價 602.0，停損 541.0。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+0.85 達門檻（+0.30）；一個月模型預期超額報酬排名全市場前 8%、創新高機率 82.7%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82.7%（全市場基準 18.0%，排名前 3%），預期超額報酬 +6.44%（排名前 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-6.8%（52 週高 637.0，現價 594.0）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+18.3%、近 60 日 +121.6%，相對大盤 20 日 +21.8%、60 日 +105.5%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5,758,854 元（已持有 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8,531,635 元 × 每筆風險 0.8% × 信心係數 1.50（由綜合分數 +0.85 換算）= 102,380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79.57 與距 10 日低點 454.00 的距離 148.00 之較大者，但不超過進場價 10%（60.20） = 60.20 元（進場 602.00 → 停損 541.00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102,380 ÷ 60.20 = 1,701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582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598.61 × (1 + 0.5%) = 602.0，提高成交機率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 張又 283 股（共 2,283 股），金額約 1,374,366 元，佔總資產 16.1%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+0.85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82.7%，勝率高可多配置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+30.0%，基本面支撐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【少買】日均波動（ATR）6.7%，波動大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637.0 元（距現價 6.8%）即確認創新高，續抱讓獲利奔跑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541.00 元全數賣出 2 張又 283 股（共 2,283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買進【進攻籃】3591 艾笛森｜29 張 + 567 股｜限價 27.0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艾笛森 29,567 股，限價 27.0，停損 24.3。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+0.74 達門檻（+0.30）；一個月模型預期超額報酬排名全市場前 0%、創新高機率 50.9%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50.9%（全市場基準 18.0%，排名前 13%），預期超額報酬 +11.35%（排名前 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-18.9%（52 週高 33.34，現價 27.05）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+11.1%、近 60 日 +14.2%，相對大盤 20 日 +14.1%、60 日 +5.5%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5,758,854 元（已持有 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8,531,635 元 × 每筆風險 0.8% × 信心係數 1.42（由綜合分數 +0.74 換算）= 96,919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2.90 與距 10 日低點 25.30 的距離 1.70 之較大者，但不超過進場價 10%（2.70） = 2.70 元（進場 27.00 → 停損 24.30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96,919 ÷ 2.70 = 35,896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1,478 張 × 2%）」限制，下修至 29,567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26.84 × (1 + 0.5%) = 27.0，提高成交機率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取整後：29 張又 567 股（共 29,567 股），金額約 798,309 元，佔總資產 9.4%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+0.74 高，信心係數 1.42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+40.6%，基本面支撐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【少買】日均波動（ATR）5.4%，波動大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【少買】一個月內創新高機率 50.9%，勝率普通故保守配置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33.34 元（距現價 18.9%）即確認創新高，續抱讓獲利奔跑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24.30 元全數賣出 29 張又 567 股（共 29,567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買進【進攻籃】6756 威鋒電子｜10 張 + 313 股｜限價 128.0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威鋒電子 10,313 股，限價 128.0，停損 115.0。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+0.71 達門檻（+0.30）；一個月模型預期超額報酬排名全市場前 9%、創新高機率 65.8%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65.8%（全市場基準 18.0%，排名前 8%），預期超額報酬 +6.14%（排名前 9%）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-9.2%（52 週高 146.0，現價 132.5）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+35.9%、近 60 日 +56.8%，相對大盤 20 日 +39.4%、60 日 +40.7%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5,758,854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8,531,635 元 × 每筆風險 0.8% × 信心係數 1.38（由綜合分數 +0.71 換算）= 94,445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16.16 與距 10 日低點 94.60 的距離 33.40 之較大者，但不超過進場價 10%（12.80） = 12.80 元（進場 128.00 → 停損 115.00 元，10.0%）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94,445 ÷ 12.80 = 7,379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2,935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進場價：RSI14 = 76.3 &gt; 75 偏熱，不追價：限價設在前一日收盤 132.5 − 0.5×ATR 8.08 = 128.0，等回檔才買（可能當日不成交）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取整後：10 張又 313 股（共 10,313 股），金額約 1,320,064 元，佔總資產 15.5%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+0.71 高，信心係數 1.38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3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65.8%，勝率高可多配置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+66.2%，基本面支撐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【少買】日均波動（ATR）6.1%，波動大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【少買】RSI14 = 76.3 偏熱，限價等回檔，可能買不到或買得少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146.0 元（距現價 9.2%）即確認創新高，續抱讓獲利奔跑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115.00 元全數賣出 10 張又 313 股（共 10,313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買進【進攻籃】6221 晉泰｜33 張 + 970 股｜限價 38.5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晉泰 33,970 股，限價 38.5，停損 34.65。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+0.69 達門檻（+0.30）；一個月模型預期超額報酬排名全市場前 3%、創新高機率 74.6%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74.6%（全市場基準 18.0%，排名前 6%），預期超額報酬 +8.46%（排名前 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-11.0%（52 週高 43.2，現價 38.45）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+19.4%、近 60 日 +84.9%，相對大盤 20 日 +22.9%、60 日 +68.7%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5,758,854 元（已持有 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8,531,635 元 × 每筆風險 0.8% × 信心係數 1.36（由綜合分數 +0.69 換算）= 92,654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5.71 與距 10 日低點 33.10 的距離 5.40 之較大者，但不超過進場價 10%（3.85） = 3.85 元（進場 38.50 → 停損 34.65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92,654 ÷ 3.85 = 24,066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9,905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38.28 × (1 + 0.5%) = 38.5，提高成交機率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取整後：33 張又 970 股（共 33,970 股），金額約 1,307,845 元，佔總資產 15.3%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+0.69 高，信心係數 1.36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74.6%，勝率高可多配置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+47.3%，基本面支撐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【少買】日均波動（ATR）7.4%，波動大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43.2 元（距現價 11.0%）即確認創新高，續抱讓獲利奔跑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34.65 元全數賣出 33 張又 970 股（共 33,970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買進【進攻籃】2069 運錩｜35 張｜限價 27.3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運錩 35,000 股，限價 27.3，停損 24.55。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+0.68 達門檻（+0.30）；一個月模型預期超額報酬排名全市場前 2%、創新高機率 49.9%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49.9%（全市場基準 18.0%，排名前 14%），預期超額報酬 +8.99%（排名前 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-9.5%（52 週高 30.05，現價 27.2）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+5.8%、近 60 日 +51.5%，相對大盤 20 日 +9.3%、60 日 +35.4%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5,758,854 元（已持有 0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8,531,635 元 × 每筆風險 0.8% × 信心係數 1.35（由綜合分數 +0.68 換算）= 92,398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2.46 與距 10 日低點 23.70 的距離 3.60 之較大者，但不超過進場價 10%（2.73） = 2.73 元（進場 27.30 → 停損 24.55 元，10.0%）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92,398 ÷ 2.73 = 33,845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1,253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35,000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27.13 × (1 + 0.5%) = 27.3，提高成交機率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取整後：35 張（35,000 股），金額約 955,500 元，佔總資產 11.2%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98 股只有 2,675 元，低於 14,035 元會被最低手續費 20 元拉高費率（約 0.75%），所以不買零股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+0.68 高，信心係數 1.35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3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【少買】日均波動（ATR）4.5%，波動大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【少買】一個月內創新高機率 49.9%，勝率普通故保守配置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30.05 元（距現價 9.5%）即確認創新高，續抱讓獲利奔跑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24.55 元全數賣出 35 張（35,000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44</a:t>
            </a:r>
          </a:p>
        </p:txBody>
      </p:sp>
      <p:pic>
        <p:nvPicPr>
          <p:cNvPr id="5" name="Picture 4" descr="2026-10-29_盤後檢討與隔日預掛單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4282068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期貨戶轉入證券戶：449,550 元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45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96.1%（每日收盤檢查，未達扣報酬率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93.4%（目標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14 檔＋本次建議 = 21 檔；執行後持有 9 檔（未達每次扣報酬率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88 筆＋本次建議 22 筆 = 110 筆；剩餘 22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0 元 / 上限 2,559,491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-14.68%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46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+1.01%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87.5% / 30.1%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[高] 穩健籃一個月實際收正比例 52%（模型預估 72%），低於 55% 或比預估低 15% 以上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[中] 穩健籃推薦後 5 日：收正比例 43%、平均最大回檔 -2.8%（警戒 45%／-5%）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[高] 總資產自高點 10,198,741 回落 16.3%，超過 8%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偵測結果：穩健籃一個月實際收正比例 52%（模型預估 72%），低於 55% 或比預估低 15% 以上；穩健籃推薦後 5 日：收正比例 43%、平均最大回檔 -2.8%（警戒 45%／-5%）；總資產自高點 10,198,741 回落 16.3%，超過 8%。修正：未修改參數。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2026-10-29　|　47</a:t>
            </a:r>
          </a:p>
        </p:txBody>
      </p:sp>
      <p:pic>
        <p:nvPicPr>
          <p:cNvPr id="5" name="Picture 4" descr="2026-10-29_盤後檢討與隔日預掛單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