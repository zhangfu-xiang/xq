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2026-10-21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815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-18.47%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-0.29%、那斯達克 -0.02%、標普500 +0.28%、台積電ADR +1.16%、美10年債殖利率 -0.37%。新聞面：台股連日重挫後台指期夜盤強彈634點，市場關注AI泡沫疑慮、外資賣壓與新台幣走弱，整體氛圍多空交雜。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+0.40%（開高），開盤後 -0.04%（震盪）；樣本外方向命中率 82.8%，誤差區間約 ±0.52%。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484 股（共 1,484 股），加碼後共 8 張又 657 股（共 8,657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52 張（52,000 股），加碼後共 55 張（55,000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6／警告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945.0）：依紀律全數出場 → 建議賣出 1 張又 639 股（共 1,639 股）（持有 1,639 股的 100%），限價 935.0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858.0）：依紀律全數出場 → 建議賣出 1 張又 91 股（共 1,091 股）（持有 1,091 股的 100%），限價 849.0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593.0）：依紀律全數出場 → 建議賣出 1 張又 150 股（共 1,150 股）（持有 1,150 股的 100%），限價 587.0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2000.0）：依紀律全數出場 → 建議賣出 8 股（零股）（持有 8 股的 100%），限價 1980.0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欣興：距停損價 1046.11 只剩 0.8%，先掛好停損單 → 建議賣出 570 股（零股）（持有 570 股的 100%），限價 1040.0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585,840 元低於維持保證金 1,076,000 元（追繳）：權益數／維持保證金 = 54% → 今天內補足至原始保證金 1,402,000 元（約需轉入 816,160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【警告】3591 艾笛森：負面新聞：艾笛森因高融資使用率及融資張數偏高，面臨追繳壓力。；股價尚穩，先上調停損 → 停損上調至 26.13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【警告】1815 富喬：負面新聞：富喬有價證券近期達公布注意交易資訊標準，遭列注意股。 → 減半買進（5 張又 160 股（共 5,160 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33／跌停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跌停｜7835 永悅健康-創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可能原因（新聞）：台積電爆4040張救場買單收平盤 台股僅收跌289點 - ETtoday財經雲；美股反彈救不了！台股終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可能原因（新聞）：【09:53 即時新聞】今國光(6209)股價走強，光學族群人氣回流成焦點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漲停｜5475 德宏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可能原因（新聞）：德宏(5475) 個股概覽 | 個股 - 股市 - CMoney；Q布還沒放量，德宏(5475)獲利卻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可能原因（新聞）：輝達題材撐腰！台郡再鎖漲停5天狂衝42% 台虹紅燈跟著閃 - Yahoo股市；焦點股》台郡：輝達點名P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漲停｜1709 和益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可能原因（新聞）：和益(1709)營收查詢｜月營收統計與YOY年增率圖表 - 股市爆料同學會 - CMoney；【10: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漲停｜4960 誠美材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可能原因（新聞）：誠美材 (4960.TW) 的分析師見解、目標價與建議 - Yahoo 財經；【09:57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可能原因（新聞）：PCB紅通通！「這檔」PTFE布局有成攜銘旺科、律勝等6檔漲停 富喬、聯茂、鉅橡漲逾5% - Yaho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漲停｜3483 力致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可能原因（新聞）：【09:35 即時新聞】力致(3483)亮燈漲停，散熱題材買盤點火 - CMoney投資網誌；3483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+0.4%、20 日 +0.0%） → 進攻籃 80%（已持續 4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550 萬，執行後佔總資產 67.3%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進攻籃買進：1815 富喬、6141 柏承、2103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183 萬，執行後佔總資產 22.6%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+0.4%、20 日 +0.0%） → 進攻籃 80%（已持續 4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0%。進攻籃買進：1815 富喬、6141 柏承、2103 台橡。穩健籃買進：2915 潤泰全。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1563 巧新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6177 達麗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-18.47%、距高點回撤 -20.06%、剩 27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62.0%（模型估計，不是保證）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62.1%（基準 63.3%）、平均每次 +0.94%（一直做多 +0.76%），沒有擇時優勢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50 元，不再加碼；現有曝險是建議的 8.0 倍，若跌 1,574 點（停損距離）約虧損 629,600 元（總資產 7.7%），可考慮減碼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9</a:t>
            </a:r>
          </a:p>
        </p:txBody>
      </p:sp>
      <p:pic>
        <p:nvPicPr>
          <p:cNvPr id="5" name="Picture 4" descr="2026-10-21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-2.14%（-14,400 元），主因為「個股特有因素」（-1.16%）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+0.89%（+6,062 元），主因為「個股特有因素」（+1.97%）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-0.75%（-3,607 元），主因為「產業因素」（-1.01%）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-2.03%（-8,608 元），主因為「個股特有因素」（-1.84%）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-3.77%（-60,643 元），主因為「大盤因素」（-2.02%）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+4.15%（+22,581 元），主因為「個股特有因素」（+4.16%）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-9,819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-37,050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2026-10-20 加權指數 -1.13%。5880 合庫金 今日下跌 -2.14%（-14,400 元），主因為「個股特有因素」（-1.16%）；2889 國票金 今日上漲 +0.89%（+6,062 元），主因為「個股特有因素」（+1.97%）；2845 遠東銀 今日下跌 -0.75%（-3,607 元），主因為「產業因素」（-1.01%）；2915 潤泰全 今日下跌 -2.03%（-8,608 元），主因為「個股特有因素」（-1.84%）；3189 景碩 今日下跌 -3.77%（-60,643 元），主因為「大盤因素」（-2.02%）；3591 艾笛森 今日上漲 +4.15%（+22,581 元），主因為「個股特有因素」（+4.16%）；1560 中砂 今日下跌 -1.04%（-9,819 元），主因為「大盤因素」（-1.58%）；6196 帆宣 今日下跌 -0.84%（-5,750 元），主因為「大盤因素」（-1.45%）；6213 聯茂 今日下跌 -2.35%（-18,000 元），主因為「大盤因素」（-1.64%）；2103 台橡 今日下跌 -0.52%（-450 元），主因為「個股特有因素」（-0.74%）；2360 致茂 今日下跌 -0.25%（-40 元），主因為「大盤因素」（-1.73%）；6182 合晶 今日下跌 -2.33%（-2,500 元），主因為「大盤因素」（-2.02%）；3037 欣興 今日下跌 -5.80%（-37,050 元），主因為「個股特有因素」（-3.88%）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11</a:t>
            </a:r>
          </a:p>
        </p:txBody>
      </p:sp>
      <p:pic>
        <p:nvPicPr>
          <p:cNvPr id="5" name="Picture 4" descr="2026-10-21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-1,846,626 元（-18.47%），已實現 +48,865 元；回到初始資金需上漲 22.65%；只有正報酬才列入排名，補回虧損是第一優先；現有持股依模型加權的一個月預期報酬 +5.30%（約 +432,387 元）；進攻籃最佳替換候選：6870 騰雲，一個月預期報酬 +15.08%，創新高機率 96.7%；穩健籃最佳替換候選：00757 統一FANG+，一個月預期報酬 +2.50%，收正報酬機率 75.7%。2845 遠東銀：獲利換股（已獲利 +8,329 元（+1.78%）先入袋；這檔一個月預期只剩 +0.72%，轉買 00757 統一FANG+（預期 +2.50%）扣除換股成本後多 1.20%（門檻 1.0%），且收正報酬機率不低於原標的）；5880 合庫金：續抱（模型預期仍為正，未觸及停損，換股的預期效益不足以支付換股成本）；2915 潤泰全：續抱（模型預期仍為正，未觸及停損，換股的預期效益不足以支付換股成本）；2889 國票金：續抱（模型預期仍為正，未觸及停損，換股的預期效益不足以支付換股成本）；2103 台橡：續抱（買進第 8 個交易日，未滿 10 個交易日不換股、不因分數小幅轉弱賣出（模型排名每天都會小幅變動，來回換股要付約 0.58% 成本）；跌破停損 27.7 才出場）；1560 中砂：停損換股（收盤 858.0 已跌破停損價 936.69，依紀律出場；資金轉往評分最高的候選標的）；6196 帆宣：停損換股（收盤 593.0 已跌破停損價 599.23，依紀律出場；資金轉往評分最高的候選標的）；2360 致茂：停損換股（收盤 2000.0 已跌破停損價 2069.91，依紀律出場；資金轉往評分最高的候選標的）；6182 合晶：續抱（買進第 6 個交易日，未滿 10 個交易日不換股、不因分數小幅轉弱賣出（模型排名每天都會小幅變動，來回換股要付約 0.58% 成本）；跌破停損 97.31 才出場）；3037 欣興：續抱（買進第 6 個交易日，未滿 10 個交易日不換股、不因分數小幅轉弱賣出（模型排名每天都會小幅變動，來回換股要付約 0.58% 成本）；跌破停損 1046.11 才出場）；3189 景碩：停損換股（收盤 945.0 已跌破停損價 999.0，依紀律出場；資金轉往評分最高的候選標的）；3591 艾笛森：換股（6870 騰雲 扣除換股成本後的預期報酬比續抱高 3.58%（門檻 1.0%），且創新高機率不低於原標的 → 換股補回虧損較快；回收資金依綜合分數配置到買進候選，各檔仍受單一標的與產業上限約束）；6213 聯茂：獲利換股（已獲利 +21,965 元（+3.02%）先入袋；這檔一個月預期只剩 +11.34%，轉買 6870 騰雲（預期 +15.08%）扣除換股成本後多 3.15%（門檻 1.0%），且創新高機率不低於原標的）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-1,846,626 元（-18.47%），已實現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22.65%；只有正報酬才列入排名，補回虧損是第一優先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+5.30%（約 +432,387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+15.08%，創新高機率 96.7%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穩健籃最佳替換候選：00757 統一FANG+，一個月預期報酬 +2.50%，收正報酬機率 75.7%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遠東銀（+8,329 元）：已獲利 +8,329 元（+1.78%）先入袋；這檔一個月預期只剩 +0.72%，轉買 00757 統一FANG+（預期 +2.50%）扣除換股成本後多 1.20%（門檻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合庫金（+31,505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潤泰全（+2,568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台橡（-3,127 元）：買進第 8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中砂（-174,369 元）：收盤 858.0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帆宣（-68,938 元）：收盤 593.0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致茂（-2,925 元）：收盤 2000.0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合晶（-10,665 元）：買進第 6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欣興（-72,210 元）：買進第 6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景碩（-228,253 元）：收盤 945.0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艾笛森（-22,017 元）：6870 騰雲 扣除換股成本後的預期報酬比續抱高 3.58%（門檻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聯茂（+21,965 元）：已獲利 +21,965 元（+3.02%）先入袋；這檔一個月預期只剩 +11.34%，轉買 6870 騰雲（預期 +15.08%）扣除換股成本後多 3.15%（門檻 1.0%），且創新高機率不低於原標的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聯準會10月會議預料維持利率不變，多數經濟學家預期12月再升息 → 美國10年債殖利率上升，持股合計預估影響 -856 元（總資產 -0.01%）；美國擬在川習會前對中國加徵7.5%關稅 → 中國大型股ETF下降，持股合計預估影響 -9,938 元（總資產 -0.12%）；美國進口商提訴挑戰川普對加拿大50%關稅，美加貿易協議預計中期選舉前無進展 → VIX恐慌指數上升，持股合計預估影響 -61,239 元（總資產 -0.75%）；美國下調加拿大軟木關稅約10% → VIX恐慌指數下降，持股合計預估影響 +61,239 元（總資產 +0.75%）；市場觀望美伊和談進展，國際油價小跌 → 西德州原油下降，持股合計預估影響 +14,979 元（總資產 +0.18%）；美元指數走低，市場評估美伊緊張與AI資金流 → 美元兌台幣下降，持股合計預估影響 +15,001 元（總資產 +0.18%）；新台幣重貶破32.6元創18個月新低，外資大賣台股 → 美元兌台幣上升，持股合計預估影響 -15,001 元（總資產 -0.18%）；法國暴動衝擊歐洲公債與股市，資金轉向美債避險 → VIX恐慌指數上升，持股合計預估影響 -61,239 元（總資產 -0.75%）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聯準會10月會議預料維持利率不變，多數經濟學家預期12月再升息 → 美國10年債殖利率↑：預估 -856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美國擬在川習會前對中國加徵7.5%關稅 → 中國大型股ETF↓：預估 -9,938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美國進口商提訴挑戰川普對加拿大50%關稅，美加貿易協議預計中期選舉前無進展 → VIX恐慌指數↑：預估 -61,239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美國下調加拿大軟木關稅約10% → VIX恐慌指數↓：預估 +61,239 元（+0.75%）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市場觀望美伊和談進展，國際油價小跌 → 西德州原油↓：預估 +14,979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美元指數走低，市場評估美伊緊張與AI資金流 → 美元兌台幣↓：預估 +15,001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新台幣重貶破32.6元創18個月新低，外資大賣台股 → 美元兌台幣↑：預估 -15,001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法國暴動衝擊歐洲公債與股市，資金轉向美債避險 → VIX恐慌指數↑：預估 -61,239 元（-0.75%）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國際事件：聯準會10月會議預料維持利率不變，多數經濟學家預期12月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國際事件：美國擬在川習會前對中國加徵7.5%關稅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0.5899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-4,450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國際事件：美國進口商提訴挑戰川普對加拿大50%關稅，美加貿易協議預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-9,548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17</a:t>
            </a:r>
          </a:p>
        </p:txBody>
      </p:sp>
      <p:pic>
        <p:nvPicPr>
          <p:cNvPr id="5" name="Picture 4" descr="2026-10-21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706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18</a:t>
            </a:r>
          </a:p>
        </p:txBody>
      </p:sp>
      <p:pic>
        <p:nvPicPr>
          <p:cNvPr id="5" name="Picture 4" descr="2026-10-21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19</a:t>
            </a:r>
          </a:p>
        </p:txBody>
      </p:sp>
      <p:pic>
        <p:nvPicPr>
          <p:cNvPr id="5" name="Picture 4" descr="2026-10-21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279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601,350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1,548,855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566,573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936,078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張+484股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85,924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進攻｜1815 富喬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 張+321股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1,610,076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進攻｜6141 柏承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 張+240股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1,592,768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1,495,000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0.8%，先掛好停損單；重大負面新聞：欣興楊梅廠發生工安意外停工並發布重訊，股價下跌、市值一日蒸發360億元。（多來源）；股價已跌破月線，全數出場；單日重挫 -5.80%：先減碼三分之一，確認原因後再決定；法人近 5 日賣超 10,492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+8,329 元（+1.78%）先入袋；這檔一個月預期只剩 +0.72%，轉買 00757 統一FANG+（預期 +2.50%）扣除換股成本後多 1.20%（門檻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476,137 元，依分數重新配置到同一籃的買進候選（最佳替換標的 00757 統一FANG+，實際買進股數受單一標的與產業上限約束，見買進明細）；部分換股會讓兩檔都表現平庸，因此一次換完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945.00 元 ≤ 停損價 999.00 元（成本 1084.26 元，損益 -12.84%）；同時風險警示：已跌破停損價 999.0（目前 945.0）：依紀律全數出場；負面新聞：景碩遭列注意股票並自10月14日起關禁閉（處置股）。；股價偏弱，減碼三分之一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3.58%（門檻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566,573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858.00 元 ≤ 停損價 936.69 元（成本 1017.82 元，損益 -15.70%）；同時風險警示：已跌破停損價 936.69（目前 858.0）：依紀律全數出場；法人近 5 日賣超 1,088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帆宣｜1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593.00 元 ≤ 停損價 599.23 元（成本 652.95 元，損益 -9.18%）；同時風險警示：已跌破停損價 599.23（目前 593.0）：依紀律全數出場；負面新聞：帆宣董事會決議發行國內第六次無擔保可轉換公司債，可能造成股權稀釋。；股價偏弱，減碼三分之一；法人近 5 日賣超 751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+21,965 元（+3.02%）先入袋；這檔一個月預期只剩 +11.34%，轉買 6870 騰雲（預期 +15.08%）扣除換股成本後多 3.15%（門檻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749,000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2000.00 元 ≤ 停損價 2069.91 元（成本 2365.62 元，損益 -15.46%）；同時風險警示：已跌破停損價 2069.91（目前 2000.0）：依紀律全數出場；負面新聞：致茂董事會決議辦理現金增資發行普通股參與發行海外存託憑證，可能造成股權稀釋。；股價偏弱，減碼三分之一；法人近 5 日賣超 2,495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潤泰全｜1 張 + 484 股｜限價 57.9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潤泰全 1,484 股，限價 57.9，停損 56.0。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+0.31 達門檻（+0.20）；一個月收正報酬機率 63.0%、預期最大回檔 -7.2%，且未過熱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63.0%（全市場基準 51.8%），預期最大回檔 -7.2%（回檔幅度排名全市場最小的前 20%）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53.8%、預期報酬 +3.6%（模型估計，不是保證）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0.14（大盤漲跌 1% 時約變動 0.14%），日波動 1.11%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1,834,509 元（已持有 1,759,168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0.89（由穩健分數 +0.31 換算）= 57,726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1.87 與距 10 日低點 56.70 的距離 1.20 之較大者 = 1.87 元（進場 57.90 → 停損 56.00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57,726 ÷ 1.87 = 30,846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20,991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19,506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58.12 與前一日收盤 57.900001525878906 的較低者 = 57.9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484 股（共 1,484 股），金額約 85,924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+0.31 普通，信心係數 0.89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-7.2%，下檔風險偏大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-64.0%，基本面偏弱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56.00 元全數賣出 1 張又 484 股（共 1,484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買進【進攻籃】1815 富喬｜10 張 + 321 股｜限價 156.0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富喬 10,321 股，限價 156.0，停損 140.0。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1%、創新高機率 83.3%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83.3%（全市場基準 17.9%，排名前 1%），預期超額報酬 +9.54%（排名前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-4.6%（52 週高 161.5，現價 154.0）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+104.9%，相對大盤 20 日 +37.5%、60 日 +101.7%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1.50（由綜合分數 +0.80 換算）= 97,677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18.43 與距 10 日低點 124.00 的距離 32.00 之較大者，但不超過進場價 10%（15.60） = 15.60 元（進場 156.00 → 停損 140.00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97,677 ÷ 15.60 = 6,261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4,060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155.14 × (1 + 0.5%) = 156.0，提高成交機率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321 股（共 10,321 股），金額約 1,610,076 元，佔總資產 19.7%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83.3%，勝率高可多配置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+82.1%，基本面支撐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【少買】日均波動（ATR）6.0%，波動大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161.5 元（距現價 4.6%）即確認創新高，續抱讓獲利奔跑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140.00 元全數賣出 10 張又 321 股（共 10,321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買進【進攻籃】6141 柏承｜26 張 + 240 股｜限價 60.7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柏承 26,240 股，限價 60.7，停損 54.6。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+0.74 達門檻（+0.30）；一個月模型預期超額報酬排名全市場前 8%、創新高機率 71.4%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71.4%（全市場基準 17.9%，排名前 4%），預期超額報酬 +6.26%（排名前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64.2，現價 59.7）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+20.6%、近 60 日 +39.2%，相對大盤 20 日 +20.6%、60 日 +35.9%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1.43（由綜合分數 +0.74 換算）= 93,356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6.97 與距 10 日低點 50.00 的距離 10.70 之較大者，但不超過進場價 10%（6.07） = 6.07 元（進場 60.70 → 停損 54.60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93,356 ÷ 6.07 = 15,380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10,860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60.31 × (1 + 0.5%) = 60.7，提高成交機率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取整後：26 張又 240 股（共 26,240 股），金額約 1,592,768 元，佔總資產 19.5%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+0.74 高，信心係數 1.43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71.4%，勝率高可多配置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+74.2%，基本面支撐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64.2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54.60 元全數賣出 26 張又 240 股（共 26,240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台橡｜52 張｜限價 28.75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台橡 52,000 股，限價 28.75，停損 26.55。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+0.39 達門檻（+0.30）；一個月模型預期超額報酬排名全市場前 27%、創新高機率 48.2%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48.2%（全市場基準 17.9%，排名前 13%），預期超額報酬 +3.71%（排名前 27%）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-10.9%（52 週高 32.0，現價 28.5）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+1.1%、近 60 日 +19.5%，相對大盤 20 日 +1.1%、60 日 +16.3%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0.99（由綜合分數 +0.39 換算）= 64,738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2.19 與距 10 日低點 27.85 的距離 0.90 之較大者 = 2.19 元（進場 28.75 → 停損 26.55 元，7.6%）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64,738 ÷ 2.19 = 29,619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22,857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52,000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28.59 × (1 + 0.5%) = 28.75，提高成交機率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取整後：52 張（52,000 股），金額約 1,495,000 元，佔總資產 18.3%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475 股只有 13,656 元，低於 14,035 元會被最低手續費 20 元拉高費率（約 0.15%），所以不買零股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+0.39 普通，信心係數 0.99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48.2%，勝率普通故保守配置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26.55 元全數賣出 52 張（52,000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33</a:t>
            </a:r>
          </a:p>
        </p:txBody>
      </p:sp>
      <p:pic>
        <p:nvPicPr>
          <p:cNvPr id="5" name="Picture 4" descr="2026-10-21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61" y="1097280"/>
            <a:ext cx="559217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78.7%（每日收盤檢查，未達扣報酬率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83.3%（目標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15 檔；執行後持有 7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12 筆 = 95 筆；剩餘 27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2,446,012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-18.47%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2026-10-21　|　36</a:t>
            </a:r>
          </a:p>
        </p:txBody>
      </p:sp>
      <p:pic>
        <p:nvPicPr>
          <p:cNvPr id="5" name="Picture 4" descr="2026-10-21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