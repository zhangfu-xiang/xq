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2026-10-30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850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-14.98%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92.3%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-1.42%、那斯達克 -1.38%、標普500 -0.30%、台積電ADR -1.75%、美10年債殖利率 -1.11%。新聞面：美股受Alphabet財報失色拖累大跌，引發市場對AI資本支出回收的疑慮，台股大盤回吐漲幅重挫667點，外資大幅提款賣超，短線呈現震盪修正走勢。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-0.26%（開低），開盤後 -0.37%（回落）；樣本外方向命中率 82.8%，誤差區間約 ±0.52%。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-12.76%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-17.78%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7／警告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959.0）：依紀律全數出場 → 建議賣出 1 張又 639 股（共 1,639 股）（持有 1,639 股的 100%），限價 949.0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888.0）：依紀律全數出場 → 建議賣出 1 張又 91 股（共 1,091 股）（持有 1,091 股的 100%），限價 879.0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567.0）：依紀律全數出場 → 建議賣出 2 張又 150 股（共 2,150 股）（持有 2,150 股的 100%），限價 561.0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【嚴重】2103 台橡：已跌破停損價 27.7（目前 27.4）：依紀律全數出場 → 建議賣出 3 張（3,000 股）（持有 3,000 股的 100%），限價 27.1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1945.0）：依紀律全數出場 → 建議賣出 8 股（零股）（持有 8 股的 100%），限價 1925.0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欣興：已跌破停損價 1046.11（目前 1040.0）：依紀律全數出場 → 建議賣出 570 股（零股）（持有 570 股的 100%），限價 1025.0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974,760 元低於維持保證金 1,076,000 元（追繳）：權益數／維持保證金 = 91% → 今天內補足至原始保證金 1,402,000 元（約需轉入 427,240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【警告】5880 合庫金：負面新聞：子公司合庫投信與第一金投信等合併，並以第一金投信為存續公司。；股價尚穩，先上調停損 → 停損上調至 28.3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22／跌停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跌停｜2303 聯電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可能原因（新聞）：聯電(2303)跌停原因？股價115.5元跌破半年線可以買？何時重返185元看「3大關鍵」，最新目標價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可能原因（新聞）：【09:49 即時新聞】玉晶光(3406)亮燈漲停，市場聚焦高速光通訊想像 - CMoney；玉晶光股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跌停｜6510 精測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可能原因（新聞）：Factset 最新調查：精測(6510-TW)EPS預估下修至62.25元，預估目標價為4187.5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跌停｜4720 德淵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即時新聞】德淵(4720)亮燈漲停，低貝他防守概念受市場聚焦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漲停｜3105 穩懋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可能原因（新聞）：焦點股》穩懋：PicoJool攜手 搶進AI光通訊 - 自由財經；【09:03 即時新聞】穩懋(310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漲停｜3035 智原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可能原因（新聞）：智原（3035）做什麼？法說會：奪美系客戶2奈米大單，逆勢漲停原因、訂單動能一次掌握｜豐雲學堂2026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漲停｜2352 佳世達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可能原因（新聞）：佳世達(2352) 個股概覽 | 個股 - 股市 - CMoney；無人機接單傳捷報！佳世達爆量4萬張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漲停｜6727 亞泰金屬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可能原因（新聞）：【09:34 即時新聞】亞泰金屬(6727)盤中強攻近一成，市場聚焦載板設備與營收動能 - CMone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可能原因（新聞）：麗臺 (2465) 澄清媒體報導 - GeneOnline；2465 麗臺- 單日急漲背後藏風險？麗臺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漲停｜8099 大世科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可能原因（新聞）：大世科強勢噴漲！連5個交易日漲停 股價突破百元大關 - 自由財經；8099 大世科- 感谢主力讓我10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漲停｜2221 大甲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可能原因（新聞）：【09:04 即時新聞】大甲(2221)攻上漲停，沿途強勢走高續添話題 - CMoney投資網誌；22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漲停｜3691 碩禾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可能原因（新聞）：【09:20 即時新聞】碩禾(3691)亮燈漲停，主力買盤推升股價急攻 - CMoney投資網誌；【1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-0.3%、20 日 -3.4%） → 進攻籃 80%（已持續 9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3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574 萬，執行後佔總資產 67.3%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進攻籃買進：3105 穩懋、2850 新產、6221 晉泰、2069 運錩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191 萬，執行後佔總資產 24.9%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穩健籃買進：5292 華懋、6962 奕力-KY、2889 國票金、1615 大山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-0.3%、20 日 -3.4%） → 進攻籃 80%（已持續 9 個交易日）；依據（報酬率第一）：十年回測每次前 20 名 20 日報酬，進攻籃在綠燈 6.0%／灰燈 6.2%／紅燈 3.7%，都高於穩健籃 4.4%／3.8%／2.1%，勝率相近；調整 Agent 偵測到 3 項失誤 → 進攻 −5%，待模型修正後再恢復；股票內部：進攻籃 75%、穩健籃 25%；今日配置（佔股票＋ETF 目標持股）：進攻籃 75%、穩健籃 25%、ETF 籃 0%。進攻籃買進：3105 穩懋、2850 新產、6221 晉泰、2069 運錩。穩健籃買進：5292 華懋、6962 奕力-KY、2889 國票金、1615 大山。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5292 華懋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00918 大華優利高填息30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00965 元大航太防衛科技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6962 奕力-KY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6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46,569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44,734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110,100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6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做多理由：方向模型：未來 5 個交易日上漲機率 63.5%（模型估計，不是保證）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74 次，命中率 63.5%（基準 62.7%），平均每次 +1.06%（已扣成本）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主要依據：距季線看多、加權 20 日報酬看空、月線在季線上看多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-14.99%、距高點回撤 -16.64%、剩 21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63.5%（模型估計，不是保證）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74 次，命中率 63.5%（基準 62.7%），平均每次 +1.06%（已扣成本）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目前持有 TX202610 空 2 口（每點 -400 元），與建議方向相反，下單前請先確認是否要平倉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10</a:t>
            </a:r>
          </a:p>
        </p:txBody>
      </p:sp>
      <p:pic>
        <p:nvPicPr>
          <p:cNvPr id="5" name="Picture 4" descr="2026-10-30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+1.58%（+10,800 元），主因為「產業因素」（+2.04%）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+0.58%（+4,042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+0.76%（+3,607 元），主因為「產業因素」（+2.04%）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+1.22%（+5,021 元），主因為「個股特有因素」（+1.50%）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-7.34%（-124,564 元），主因為「個股特有因素」（-3.48%）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+0.74%（+4,106 元），主因為「個股特有因素」（+3.48%）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-124,564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-28,366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-53,750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-34,200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2026-10-29 加權指數 -1.42%。5880 合庫金 今日上漲 +1.58%（+10,800 元），主因為「產業因素」（+2.04%）；2889 國票金 今日上漲 +0.58%（+4,042 元），主因為「產業因素」（+2.18%）；2845 遠東銀 今日上漲 +0.76%（+3,607 元），主因為「產業因素」（+2.04%）；2915 潤泰全 今日上漲 +1.22%（+5,021 元），主因為「個股特有因素」（+1.50%）；3189 景碩 今日下跌 -7.34%（-124,564 元），主因為「個股特有因素」（-3.48%）；3591 艾笛森 今日上漲 +0.74%（+4,106 元），主因為「個股特有因素」（+3.48%）；1560 中砂 今日下跌 -2.84%（-28,366 元），主因為「大盤因素」（-2.12%）；6196 帆宣 今日下跌 -4.22%（-53,750 元），主因為「大盤因素」（-1.91%）；6213 聯茂 今日下跌 -4.24%（-33,000 元），主因為「大盤因素」（-2.15%）；2103 台橡 今日下跌 -1.97%（-1,650 元），主因為「個股特有因素」（-2.90%）；2360 致茂 今日下跌 -4.42%（-720 元），主因為「大盤因素」（-2.18%）；6182 合晶 今日下跌 -4.29%（-4,500 元），主因為「大盤因素」（-2.56%）；3037 欣興 今日下跌 -5.45%（-34,200 元），主因為「大盤因素」（-2.54%）；3264 欣銓 今日下跌 -0.42%（-1,000 元），主因為「個股特有因素」（+2.83%）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12</a:t>
            </a:r>
          </a:p>
        </p:txBody>
      </p:sp>
      <p:pic>
        <p:nvPicPr>
          <p:cNvPr id="5" name="Picture 4" descr="2026-10-30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-1,498,507 元（-14.99%），已實現 -976,081 元；回到初始資金需上漲 17.63%；只有正報酬才列入排名，補回虧損是第一優先；現有持股依模型加權的一個月預期報酬 +3.90%（約 +331,607 元）；進攻籃最佳替換候選：6221 晉泰，一個月預期報酬 +12.87%，創新高機率 71.0%；穩健籃最佳替換候選：00915 凱基優選高股息30，一個月預期報酬 +3.94%，收正報酬機率 77.9%。2845 遠東銀：獲利換股（已獲利 +10,133 元（+2.17%）先入袋；這檔一個月預期只剩 +0.78%，轉買 00915 凱基優選高股息30（預期 +3.94%）扣除換股成本後多 2.57%（門檻 1.0%），且收正報酬機率不低於原標的）；2915 潤泰全：獲利換股（已獲利 +2,568 元（+0.62%）先入袋；這檔一個月預期只剩 +1.55%，轉買 00915 凱基優選高股息30（預期 +3.94%）扣除換股成本後多 1.80%（門檻 1.0%），且收正報酬機率不低於原標的）；5880 合庫金：獲利換股（已獲利 +66,305 元（+10.57%）先入袋；這檔一個月預期只剩 +1.70%，轉買 00915 凱基優選高股息30（預期 +3.94%）扣除換股成本後多 1.65%（門檻 1.0%），且收正報酬機率不低於原標的）；2889 國票金：獲利換股（已獲利 +46,908 元（+7.24%）先入袋；這檔一個月預期只剩 +1.88%，轉買 00915 凱基優選高股息30（預期 +3.94%）扣除換股成本後多 1.47%（門檻 1.0%），且收正報酬機率不低於原標的）；6213 聯茂：獲利換股（已獲利 +17,965 元（+2.47%）先入袋；這檔一個月預期只剩 +2.54%，轉買 6221 晉泰（預期 +12.87%）扣除換股成本後多 9.75%（門檻 1.0%），且創新高機率不低於原標的）；6196 帆宣：停損換股（收盤 567.0 已跌破停損價 599.23，依紀律出場；資金轉往評分最高的候選標的）；2103 台橡：停損換股（收盤 27.399999618530273 已跌破停損價 27.7，依紀律出場；資金轉往評分最高的候選標的）；3264 欣銓：續抱（買進第 5 個交易日，未滿 10 個交易日不換股、不因分數小幅轉弱賣出（模型排名每天都會小幅變動，來回換股要付約 0.58% 成本）；跌破停損 229.24 才出場）；1560 中砂：停損換股（收盤 888.0 已跌破停損價 936.69，依紀律出場；資金轉往評分最高的候選標的）；3037 欣興：停損換股（收盤 1040.0 已跌破停損價 1046.11，依紀律出場；資金轉往評分最高的候選標的）；2360 致茂：停損換股（收盤 1945.0 已跌破停損價 2069.91，依紀律出場；資金轉往評分最高的候選標的）；6182 合晶：換股（6221 晉泰 扣除換股成本後的預期報酬比續抱高 6.53%（門檻 1.0%），且創新高機率不低於原標的 → 換股補回虧損較快；回收資金依綜合分數配置到買進候選，各檔仍受單一標的與產業上限約束）；3189 景碩：停損換股（收盤 959.0 已跌破停損價 999.0，依紀律出場；資金轉往評分最高的候選標的）；3591 艾笛森：換股（6221 晉泰 扣除換股成本後的預期報酬比續抱高 2.28%（門檻 1.0%），且創新高機率不低於原標的 → 換股補回虧損較快；回收資金依綜合分數配置到買進候選，各檔仍受單一標的與產業上限約束）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-1,498,507 元（-14.99%），已實現 -976,081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17.63%；只有正報酬才列入排名，補回虧損是第一優先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+3.90%（約 +331,607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進攻籃最佳替換候選：6221 晉泰，一個月預期報酬 +12.87%，創新高機率 71.0%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+3.94%，收正報酬機率 77.9%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+0.78%，轉買 00915 凱基優選高股息30（預期 +3.94%）扣除換股成本後多 2.57%（門檻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潤泰全（+2,568 元）：已獲利 +2,568 元（+0.62%）先入袋；這檔一個月預期只剩 +1.55%，轉買 00915 凱基優選高股息30（預期 +3.94%）扣除換股成本後多 1.80%（門檻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合庫金（+66,305 元）：已獲利 +66,305 元（+10.57%）先入袋；這檔一個月預期只剩 +1.70%，轉買 00915 凱基優選高股息30（預期 +3.94%）扣除換股成本後多 1.65%（門檻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國票金（+46,908 元）：已獲利 +46,908 元（+7.24%）先入袋；這檔一個月預期只剩 +1.88%，轉買 00915 凱基優選高股息30（預期 +3.94%）扣除換股成本後多 1.47%（門檻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聯茂（+17,965 元）：已獲利 +17,965 元（+2.47%）先入袋；這檔一個月預期只剩 +2.54%，轉買 6221 晉泰（預期 +12.87%）扣除換股成本後多 9.75%（門檻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帆宣（-145,712 元）：收盤 567.0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【停損換股】2103 台橡（-6,427 元）：收盤 27.399999618530273 已跌破停損價 27.7，依紀律出場；資金轉往評分最高的候選標的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【續抱】3264 欣銓（-28,878 元）：買進第 5 個交易日，未滿 10 個交易日不換股、不因分數小幅轉弱賣出（模型排名每天都會小幅變動，來回換股要付約 0.58% 成本）；跌破停損 229.24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中砂（-141,639 元）：收盤 888.0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【停損換股】3037 欣興（-80,760 元）：收盤 1040.0 已跌破停損價 1046.11，依紀律出場；資金轉往評分最高的候選標的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致茂（-3,365 元）：收盤 1945.0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合晶（-15,165 元）：6221 晉泰 扣除換股成本後的預期報酬比續抱高 6.53%（門檻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景碩（-205,307 元）：收盤 959.0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元）：6221 晉泰 扣除換股成本後的預期報酬比續抱高 2.28%（門檻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美國聯準會維持利率不變，但市場對12月升息機率仍有高預期，且通膨仍偏高。 → 美國10年債殖利率上升，持股合計預估影響 -971 元（總資產 -0.01%）；Alphabet第三季財報不如預期，股價暴跌，加深市場對AI熱潮的疑慮。 → 費城半導體下降，持股合計預估影響 -86,727 元（總資產 -1.02%）；美國第三季GDP年化成長率達3.4%，優於預期，企業投資與消費強勁。 → 標普500上升，持股合計預估影響 +76,730 元（總資產 +0.90%）；AI基建融資需求龐大，華爾街信貸市場擔憂融資風險，科技巨頭CDS利差升高。 → VIX恐慌指數上升，持股合計預估影響 -74,313 元（總資產 -0.87%）；日本央行維持利率不變，但可能在12月升息以防止物價過熱。 → 日經225上升，持股合計預估影響 +130,953 元（總資產 +1.54%）；美伊衝突風險升高，導致美國石油巨頭取消出席能源盛會。 → VIX恐慌指數上升，持股合計預估影響 -74,313 元（總資產 -0.87%）；市場對美伊和談的期待緩解中東衝突升溫疑慮，國際油價下跌。 → 西德州原油下降，持股合計預估影響 +19,139 元（總資產 +0.23%）；歐洲12國承諾釋出戰略儲油，以緩解全球能源供應疑慮。 → 西德州原油下降，持股合計預估影響 +19,139 元（總資產 +0.23%）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美國聯準會維持利率不變，但市場對12月升息機率仍有高預期，且通膨仍偏高。 → 美國10年債殖利率↑：預估 -971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Alphabet第三季財報不如預期，股價暴跌，加深市場對AI熱潮的疑慮。 → 費城半導體↓：預估 -86,727 元（-1.02%）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美國第三季GDP年化成長率達3.4%，優於預期，企業投資與消費強勁。 → 標普500↑：預估 +76,730 元（+0.90%）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AI基建融資需求龐大，華爾街信貸市場擔憂融資風險，科技巨頭CDS利差升高。 → VIX恐慌指數↑：預估 -74,313 元（-0.87%）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日本央行維持利率不變，但可能在12月升息以防止物價過熱。 → 日經225↑：預估 +130,953 元（+1.54%）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美伊衝突風險升高，導致美國石油巨頭取消出席能源盛會。 → VIX恐慌指數↑：預估 -74,313 元（-0.87%）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市場對美伊和談的期待緩解中東衝突升溫疑慮，國際油價下跌。 → 西德州原油↓：預估 +19,139 元（+0.23%）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歐洲12國承諾釋出戰略儲油，以緩解全球能源供應疑慮。 → 西德州原油↓：預估 +19,139 元（+0.23%）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國際事件：美國聯準會維持利率不變，但市場對12月升息機率仍有高預期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國際事件：Alphabet第三季財報不如預期，股價暴跌，加深市場對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-24,834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-12,401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0.7817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-13,219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229.24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國際事件：美國第三季GDP年化成長率達3.4%，優於預期，企業投資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1.6916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+21,376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1.2808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+9,979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1.7188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+10,281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1.8629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1.8303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2.0949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+9,959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1.4898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18</a:t>
            </a:r>
          </a:p>
        </p:txBody>
      </p:sp>
      <p:pic>
        <p:nvPicPr>
          <p:cNvPr id="5" name="Picture 4" descr="2026-10-30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714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19</a:t>
            </a:r>
          </a:p>
        </p:txBody>
      </p:sp>
      <p:pic>
        <p:nvPicPr>
          <p:cNvPr id="5" name="Picture 4" descr="2026-10-30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20</a:t>
            </a:r>
          </a:p>
        </p:txBody>
      </p:sp>
      <p:pic>
        <p:nvPicPr>
          <p:cNvPr id="5" name="Picture 4" descr="2026-10-30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279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進攻｜3264 欣銓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78,754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695,155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415,317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968,808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1,219,050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3264 欣銓｜0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風險警示：負面新聞：第四季營收季增低個位數，明年第二季後重拾成長動能。；股價偏弱，減碼三分之一；法人近 5 日賣超 12,617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+66,305 元（+10.57%）先入袋；這檔一個月預期只剩 +1.70%，轉買 00915 凱基優選高股息30（預期 +3.94%）扣除換股成本後多 1.65%（門檻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693,600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+46,908 元（+7.24%）先入袋；這檔一個月預期只剩 +1.88%，轉買 00915 凱基優選高股息30（預期 +3.94%）扣除換股成本後多 1.47%（門檻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695,155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+0.78%，轉買 00915 凱基優選高股息30（預期 +3.94%）扣除換股成本後多 2.57%（門檻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+2,568 元（+0.62%）先入袋；這檔一個月預期只剩 +1.55%，轉買 00915 凱基優選高股息30（預期 +3.94%）扣除換股成本後多 1.80%（門檻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415,317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959.00 元 ≤ 停損價 999.00 元（成本 1084.26 元，損益 -11.55%）；同時風險警示：已跌破停損價 999.0（目前 959.0）：依紀律全數出場；單日重挫 -7.34%：先減碼三分之一，確認原因後再決定；法人近 5 日賣超 6,911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換股：6221 晉泰 扣除換股成本後的預期報酬比續抱高 2.28%（門檻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6221 晉泰，實際買進股數受單一標的與產業上限約束，見買進明細）；部分換股會讓兩檔都表現平庸，因此一次換完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888.00 元 ≤ 停損價 936.69 元（成本 1017.82 元，損益 -12.76%）；同時風險警示：已跌破停損價 936.69（目前 888.0）：依紀律全數出場；法人近 5 日賣超 571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567.00 元 ≤ 停損價 599.23 元（成本 634.77 元，損益 -10.68%）；同時風險警示：已跌破停損價 599.23（目前 567.0）：依紀律全數出場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+17,965 元（+2.47%）先入袋；這檔一個月預期只剩 +2.54%，轉買 6221 晉泰（預期 +12.87%）扣除換股成本後多 9.75%（門檻 1.0%），且創新高機率不低於原標的；同時風險警示：負面新聞：公司有價證券達公布注意交易資訊標準。；股價偏弱，減碼三分之一；法人近 5 日賣超 8,619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745,000 元，依分數重新配置到同一籃的買進候選（最佳替換標的 6221 晉泰，實際買進股數受單一標的與產業上限約束，見買進明細）；部分換股會讓兩檔都表現平庸，因此一次換完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27.40 元 ≤ 停損價 27.70 元（成本 29.54 元，損益 -7.25%）；同時風險警示：已跌破停損價 27.7（目前 27.4）：依紀律全數出場；法人近 5 日賣超 1,849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1945.00 元 ≤ 停損價 2069.91 元（成本 2365.62 元，損益 -17.78%）；同時風險警示：已跌破停損價 2069.91（目前 1945.0）：依紀律全數出場；負面新聞：董事會決議辦理現金增資發行普通股參與發行海外存託憑證。；股價偏弱，減碼三分之一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換股：6221 晉泰 扣除換股成本後的預期報酬比續抱高 6.53%（門檻 1.0%），且創新高機率不低於原標的 → 換股補回虧損較快；回收資金依綜合分數配置到買進候選，各檔仍受單一標的與產業上限約束；同時風險警示：負面新聞：董事會決議通過辦理現金增資發行新股。；股價偏弱，減碼三分之一；負面新聞：董事會決議通過發行國內第十次無擔保轉換公司債。；股價偏弱，減碼三分之一；負面新聞：董事會決議通過發行國內第九次無擔保轉換公司債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100,500 元，依分數重新配置到同一籃的買進候選（最佳替換標的 6221 晉泰，實際買進股數受單一標的與產業上限約束，見買進明細）；部分換股會讓兩檔都表現平庸，因此一次換完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1040.00 元 ≤ 停損價 1046.11 元（成本 1181.68 元，損益 -11.99%）；同時風險警示：已跌破停損價 1046.11（目前 1040.0）：依紀律全數出場；負面新聞：國內第一次無擔保轉換公司債轉換普通股。；股價偏弱，減碼三分之一；單日重挫 -5.45%：先減碼三分之一，確認原因後再決定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買進【穩健籃】5292 華懋｜1 張 + 969 股｜限價 237.0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華懋 1,969 股，限價 237.0，停損 216.5。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+0.62 達門檻（+0.20）；一個月收正報酬機率 61.4%、預期最大回檔 -8.9%，且未過熱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61.4%（全市場基準 51.9%），預期最大回檔 -8.9%（回檔幅度排名全市場最小的前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59.2%、預期報酬 +14.6%（模型估計，不是保證）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2.34%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1.27（由穩健分數 +0.62 換算）= 86,375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20.14 與距 10 日低點 230.50 的距離 6.50 之較大者 = 20.14 元（進場 237.00 → 停損 216.50 元，8.5%）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86,375 ÷ 20.14 = 4,288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2,319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237.04 與前一日收盤 238.0 的較低者 = 237.0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969 股（共 1,969 股），金額約 466,653 元，佔總資產 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+0.62 高，信心係數 1.27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61.4%，可提高「正報酬晉級」機率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-8.9%，下檔風險偏大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216.50 元全數賣出 1 張又 969 股（共 1,969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買進【穩健籃】6962 奕力-KY｜16 張｜限價 30.85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奕力-KY 16,000 股，限價 30.85，停損 29.15。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+0.60 達門檻（+0.20）；一個月收正報酬機率 62.7%、預期最大回檔 -7.1%，且未過熱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62.7%（全市場基準 51.9%），預期最大回檔 -7.1%（回檔幅度排名全市場最小的前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57.5%、預期報酬 +8.9%（模型估計，不是保證）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0.86（大盤漲跌 1% 時約變動 0.86%），日波動 1.93%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1.25（由穩健分數 +0.60 換算）= 85,355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1.68 與距 10 日低點 29.90 的距離 0.95 之較大者 = 1.68 元（進場 30.85 → 停損 29.15 元，5.4%）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85,355 ÷ 1.68 = 50,850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1,743 張 × 2%）」限制，下修至 34,850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18,844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30.85 與前一日收盤 31.049999237060547 的較低者 = 30.85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取整後：16 張（16,000 股），金額約 493,600 元，佔總資產 5.8%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6 股只有 185 元，低於 14,035 元會被最低手續費 20 元拉高費率（約 10.80%），所以不買零股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+0.60 高，信心係數 1.25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62.7%，可提高「正報酬晉級」機率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-7.1%，下檔風險偏大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29.15 元全數賣出 16 張（16,000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買進【穩健籃】2889 國票金｜45 張｜限價 17.1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國票金 45,000 股，限價 17.1，停損 16.55。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57.1%、預期最大回檔 -7.1%，且未過熱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57.1%（全市場基準 51.9%），預期最大回檔 -7.1%（回檔幅度排名全市場最小的前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59.6%、預期報酬 +4.2%（模型估計，不是保證）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-0.14（大盤漲跌 1% 時約變動 -0.14%），日波動 0.88%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1.23（由穩健分數 +0.59 換算）= 83,995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0.53 與距 10 日低點 16.70 的距離 0.40 之較大者 = 0.53 元（進場 17.10 → 停損 16.55 元，3.1%）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83,995 ÷ 0.53 = 158,909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99,433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53,764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45,000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17.12 與前一日收盤 17.200000762939453 的較低者 = 17.1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取整後：45 張（45,000 股），金額約 769,500 元，佔總資產 9.1%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668 股只有 11,423 元，低於 14,035 元會被最低手續費 20 元拉高費率（約 0.18%），所以不買零股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57.1%，勝率普通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-7.1%，下檔風險偏大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16.55 元全數賣出 45 張（45,000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買進【穩健籃】1615 大山｜7 張 + 882 股｜限價 48.7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大山 7,882 股，限價 48.7，停損 43.95。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+0.56 達門檻（+0.20）；一個月收正報酬機率 60.8%、預期最大回檔 -7.4%，且未過熱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60.8%（全市場基準 51.9%），預期最大回檔 -7.4%（回檔幅度排名全市場最小的前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61.4%、預期報酬 +11.6%（模型估計，不是保證）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0.04（大盤漲跌 1% 時約變動 0.04%），日波動 4.29%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1,912,836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1.20（由穩健分數 +0.56 換算）= 81,274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4.74 與距 10 日低點 47.85 的距離 0.85 之較大者 = 4.74 元（進場 48.70 → 停損 43.95 元，9.7%）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81,274 ÷ 4.74 = 17,162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9,280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48.75 與前一日收盤 48.70000076293945 的較低者 = 48.7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882 股（共 7,882 股），金額約 383,853 元，佔總資產 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+0.56 高，信心係數 1.20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+63.4%，基本面支撐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-7.4%，下檔風險偏大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43.95 元全數賣出 7 張又 882 股（共 7,882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買進【進攻籃】3105 穩懋｜2 張 + 889 股｜限價 598.0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穩懋 2,889 股，限價 598.0，停損 538.0。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8%、創新高機率 82.8%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82.8%（全市場基準 18.0%，排名前 3%），預期超額報酬 +6.11%（排名前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-6.8%（52 週高 637.0，現價 594.0）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+18.3%、近 60 日 +121.6%，相對大盤 20 日 +21.8%、60 日 +105.5%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236,500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1.45（由綜合分數 +0.76 換算）= 98,277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79.57 與距 10 日低點 454.00 的距離 144.00 之較大者，但不超過進場價 10%（59.80） = 59.80 元（進場 598.00 → 停損 538.00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98,277 ÷ 59.80 = 1,643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1,246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594.57 × (1 + 0.5%) = 598.0，提高成交機率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889 股（共 2,889 股），金額約 1,727,622 元，佔總資產 20.3%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82.8%，勝率高可多配置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+30.0%，基本面支撐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【少買】日均波動（ATR）6.7%，波動大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637.0 元（距現價 6.8%）即確認創新高，續抱讓獲利奔跑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538.00 元全數賣出 2 張又 889 股（共 2,889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買進【進攻籃】2850 新產｜6 張 + 338 股｜限價 169.0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新產 6,338 股，限價 169.0，停損 161.0。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+0.72 達門檻（+0.30）；一個月模型預期超額報酬排名全市場前 4%、創新高機率 71.2%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71.2%（全市場基準 18.0%，排名前 6%），預期超額報酬 +7.27%（排名前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-3.2%（52 週高 174.0，現價 168.5）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+7.0%、近 60 日 +7.3%，相對大盤 20 日 +10.4%、60 日 -8.8%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236,500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1.40（由綜合分數 +0.72 換算）= 95,387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7.64 與距 10 日低點 162.00 的距離 7.00 之較大者 = 7.64 元（進場 169.00 → 停損 161.00 元，4.5%）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95,387 ÷ 7.64 = 12,481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317 張 × 2%）」限制，下修至 6,338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168.1 × (1 + 0.5%) = 169.0，提高成交機率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 張又 338 股（共 6,338 股），金額約 1,071,122 元，佔總資產 12.6%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+0.72 高，信心係數 1.40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71.2%，勝率高可多配置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174.0 元（距現價 3.2%）即確認創新高，續抱讓獲利奔跑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161.00 元全數賣出 6 張又 338 股（共 6,338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晉泰｜44 張 + 632 股｜限價 38.3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晉泰 44,632 股，限價 38.3，停損 34.45。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0%、創新高機率 71.0%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71.0%（全市場基準 18.0%，排名前 6%），預期超額報酬 +12.69%（排名前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-11.0%（52 週高 43.2，現價 38.45）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+19.4%、近 60 日 +84.9%，相對大盤 20 日 +22.9%、60 日 +68.7%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236,500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1.37（由綜合分數 +0.69 換算）= 93,006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5.71 與距 10 日低點 33.10 的距離 5.20 之較大者，但不超過進場價 10%（3.83） = 3.83 元（進場 38.30 → 停損 34.45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93,006 ÷ 3.83 = 24,284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20,348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38.1 × (1 + 0.5%) = 38.3，提高成交機率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取整後：44 張又 632 股（共 44,632 股），金額約 1,709,406 元，佔總資產 20.1%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71.0%，勝率高可多配置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43.2 元（距現價 11.0%）即確認創新高，續抱讓獲利奔跑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34.45 元全數賣出 44 張又 632 股（共 44,632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運錩｜36 張｜限價 27.25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36,000 股，限價 27.25，停損 24.5。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2%、創新高機率 50.5%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50.5%（全市場基準 18.0%，排名前 12%），預期超額報酬 +9.69%（排名前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-9.5%（52 週高 30.05，現價 27.2）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+5.8%、近 60 日 +51.5%，相對大盤 20 日 +9.3%、60 日 +35.4%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5,738,508 元（已持有 236,500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8,501,493 元 × 每筆風險 0.8% × 信心係數 1.36（由綜合分數 +0.69 換算）= 92,496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2.46 與距 10 日低點 23.70 的距離 3.55 之較大者，但不超過進場價 10%（2.73） = 2.73 元（進場 27.25 → 停損 24.50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92,496 ÷ 2.73 = 33,944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2,521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27.07 × (1 + 0.5%) = 27.25，提高成交機率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張（36,000 股），金額約 981,000 元，佔總資產 11.5%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464 股只有 12,644 元，低於 14,035 元會被最低手續費 20 元拉高費率（約 0.16%），所以不買零股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【少買】日均波動（ATR）4.5%，波動大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50.5%，勝率普通故保守配置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9.5%）即確認創新高，續抱讓獲利奔跑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24.50 元全數賣出 36 張（36,000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44</a:t>
            </a:r>
          </a:p>
        </p:txBody>
      </p:sp>
      <p:pic>
        <p:nvPicPr>
          <p:cNvPr id="5" name="Picture 4" descr="2026-10-30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570" y="1097280"/>
            <a:ext cx="44565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98.4%（每日收盤檢查，未達扣報酬率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92.3%（目標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15 檔＋本次建議 = 22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91 筆＋本次建議 22 筆 = 113 筆；剩餘 21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588,600 元 / 上限 2,550,448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-14.99%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85.9%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2026-10-30　|　47</a:t>
            </a:r>
          </a:p>
        </p:txBody>
      </p:sp>
      <p:pic>
        <p:nvPicPr>
          <p:cNvPr id="5" name="Picture 4" descr="2026-10-30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