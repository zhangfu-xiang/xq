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2026-10-30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850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-14.98%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84.8%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-1.42%、那斯達克 -1.38%、標普500 -0.30%、台積電ADR -1.75%、美10年債殖利率 -1.11%。新聞面：整體市場氛圍因美國科技巨頭財報不如預期及AI支出疑慮而承壓，外資大舉賣超台股，導致市場震盪，但台股長期基本面與AI產業需求仍獲支撐。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-0.59%（開低），開盤後 -0.20%（回落）；樣本外方向命中率 83.5%，誤差區間約 ±0.52%。（08:20 更新：那斯達克期貨 29041.0，-3.13%）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8／警告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929.0）：依紀律全數出場 → 建議賣出 1 張又 639 股（共 1,639 股）（持有 1,639 股的 100%），限價 919.0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865.0）：依紀律全數出場 → 建議賣出 1 張又 91 股（共 1,091 股）（持有 1,091 股的 100%），限價 856.0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560.0）：依紀律全數出場 → 建議賣出 2 張又 150 股（共 2,150 股）（持有 2,150 股的 100%），限價 554.0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【嚴重】2103 台橡：已跌破停損價 27.7（目前 27.4）：依紀律全數出場 → 建議賣出 3 張（3,000 股）（持有 3,000 股的 100%），限價 27.1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致茂：跌停（1755.0，跌停價 1755.0）：跌停鎖住時通常賣不出去；若跌停打開，依下列建議賣出 → 建議賣出 8 股（零股）（持有 8 股的 100%），限價 1755.0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【嚴重】6182 合晶：跌停（90.5，跌停價 90.5）：跌停鎖住時通常賣不出去；若跌停打開，依下列建議賣出 → 建議賣出 1 張（1,000 股）（持有 1,000 股的 100%），限價 90.5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欣興：已跌破停損價 1046.11（目前 999.0）：依紀律全數出場 → 建議賣出 570 股（零股）（持有 570 股的 100%），限價 989.0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974,760 元低於維持保證金 1,076,000 元（追繳）：權益數／維持保證金 = 91% → 今天內補足至原始保證金 1,402,000 元（約需轉入 427,240 元）或減少口數，否則可能被砍倉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22／跌停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跌停｜2303 聯電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可能原因（新聞）：百萬股東哭！聯電法說變法會 一開盤跳水近9% 寫二個月新低 - Yahoo股市；聯電(2303)跌停原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可能原因（新聞）：【09:49 即時新聞】玉晶光(3406)亮燈漲停，市場聚焦高速光通訊想像 - CMoney；玉晶光股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跌停｜6510 精測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可能原因（新聞）：Factset 最新調查：精測(6510-TW)EPS預估下修至62.25元，預估目標價為4187.5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即時新聞】德淵(4720)亮燈漲停，低貝他防守概念受市場聚焦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可能原因（新聞）：鉅亨速報 - Factset 最新調查：穩懋(3105-TW)目標價調升至474.5元，幅度約6.75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漲停｜3035 智原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可能原因（新聞）：智原（3035）做什麼？法說會：奪美系客戶2奈米大單，逆勢漲停原因、訂單動能一次掌握｜豐雲學堂2026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漲停｜2352 佳世達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可能原因（新聞）：佳世達(2352) 個股概覽 | 個股 - 股市 - CMoney；無人機接單傳捷報！佳世達爆量4萬張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漲停｜6727 亞泰金屬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可能原因（新聞）：【09:34 即時新聞】亞泰金屬(6727)盤中強攻近一成，市場聚焦載板設備與營收動能 - CMone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可能原因（新聞）：麗臺 (2465) 澄清媒體報導 - GeneOnline；2465 麗臺- 單日急漲背後藏風險？麗臺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漲停｜8099 大世科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可能原因（新聞）：大世科強勢噴漲！連5個交易日漲停 股價突破百元大關 - 自由財經；8099 大世科- 感谢主力讓我10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漲停｜2221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可能原因（新聞）：【09:04 即時新聞】大甲(2221)攻上漲停，沿途強勢走高續添話題 - CMoney投資網誌；22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即時新聞】碩禾(3691) 盤中勁揚逾9% 聚焦太陽能導電漿動能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3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574 萬，執行後佔總資產 59.0%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進攻籃買進：3105 穩懋、2850 新產、2069 運錩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191 萬，執行後佔總資產 24.9%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穩健籃買進：2885 元大金、1736 喬山、1723 中碳、2607 榮運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8 個交易日）；依據（報酬率第一）：十年回測每次前 20 名 20 日報酬，進攻籃在綠燈 6.0%／灰燈 6.2%／紅燈 3.7%，都高於穩健籃 4.4%／3.8%／2.1%，勝率相近；調整 Agent 偵測到 3 項失誤 → 進攻 −5%，待模型修正後再恢復；股票內部：進攻籃 75%、穩健籃 25%；今日配置（佔股票＋ETF 目標持股）：進攻籃 75%、穩健籃 25%、ETF 籃 0%。進攻籃買進：3105 穩懋、2850 新產、2069 運錩。穩健籃買進：2885 元大金、1736 喬山、1723 中碳、2607 榮運。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1723 中碳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2607 榮運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009805 台新美國電力基建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46,569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245,350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123,550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62.4%（模型估計，不是保證）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主要依據：費半前一晚看多、月線在季線上看多、加權 20 日報酬看空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-14.99%、距高點回撤 -16.64%、剩 21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62.4%（模型估計，不是保證）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目前持有 TX202610 空 2 口（每點 -400 元），與建議方向相反，下單前請先確認是否要平倉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10</a:t>
            </a:r>
          </a:p>
        </p:txBody>
      </p:sp>
      <p:pic>
        <p:nvPicPr>
          <p:cNvPr id="5" name="Picture 4" descr="2026-10-30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-1.22%（-8,400 元），主因為「產業因素」（-2.51%）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+0.29%（+2,021 元），主因為「個股特有因素」（+2.85%）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-1.87%（-9,018 元），主因為「產業因素」（-2.51%）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-1.04%（-4,304 元），主因為「個股特有因素」（-1.44%）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+9.99%（+154,066 元），主因為「個股特有因素」（+4.32%）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1560 中砂：今日上漲 +9.86%（+89,462 元），主因為「個股特有因素」（+7.39%）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+154,066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+89,462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+2.94%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2026-10-28 加權指數 +2.04%。5880 合庫金 今日下跌 -1.22%（-8,400 元），主因為「產業因素」（-2.51%）；2889 國票金 今日上漲 +0.29%（+2,021 元），主因為「個股特有因素」（+2.85%）；2845 遠東銀 今日下跌 -1.87%（-9,018 元），主因為「產業因素」（-2.51%）；2915 潤泰全 今日下跌 -1.04%（-4,304 元），主因為「個股特有因素」（-1.44%）；3189 景碩 今日上漲 +9.99%（+154,066 元），主因為「個股特有因素」（+4.32%）；1560 中砂 今日上漲 +9.86%（+89,462 元），主因為「個股特有因素」（+7.39%）；6196 帆宣 今日上漲 +1.37%（+17,200 元），主因為「大盤因素」（+2.72%）；6213 聯茂 今日上漲 +4.29%（+32,000 元），主因為「大盤因素」（+3.06%）；2103 台橡 今日下跌 -1.06%（-900 元），主因為「產業因素」（-2.90%）；2360 致茂 今日上漲 +4.09%（+640 元），主因為「大盤因素」（+3.11%）；6182 合晶 今日上漲 +2.94%（+3,000 元），主因為「大盤因素」（+3.66%）；3037 欣興 今日上漲 +3.77%（+22,800 元），主因為「大盤因素」（+3.62%）；3264 欣銓 今日下跌 -4.23%（-10,500 元），主因為「個股特有因素」（-9.13%）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12</a:t>
            </a:r>
          </a:p>
        </p:txBody>
      </p:sp>
      <p:pic>
        <p:nvPicPr>
          <p:cNvPr id="5" name="Picture 4" descr="2026-10-30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-1,498,507 元（-14.99%），已實現 -976,081 元；回到初始資金需上漲 17.63%；只有正報酬才列入排名，補回虧損是第一優先；現有持股依模型加權的一個月預期報酬 +3.59%（約 +305,074 元）；進攻籃最佳替換候選：00642U 期元大S&amp;P石油，一個月預期報酬 +14.30%，創新高機率 93.0%；穩健籃最佳替換候選：00915 凱基優選高股息30，一個月預期報酬 +4.79%，收正報酬機率 78.8%。3591 艾笛森：續抱（未觸及停損，但模型預期偏弱，密切觀察；若跌破停損即出場）；2845 遠東銀：獲利換股（已獲利 +10,133 元（+2.17%）先入袋；這檔一個月預期只剩 +0.96%，轉買 00915 凱基優選高股息30（預期 +4.79%）扣除換股成本後多 3.25%（門檻 1.0%），且收正報酬機率不低於原標的）；2915 潤泰全：獲利換股（已獲利 +2,568 元（+0.62%）先入袋；這檔一個月預期只剩 +1.65%，轉買 00915 凱基優選高股息30（預期 +4.79%）扣除換股成本後多 2.55%（門檻 1.0%），且收正報酬機率不低於原標的）；6196 帆宣：停損換股（收盤 567.0 已跌破停損價 599.23，依紀律出場；資金轉往評分最高的候選標的）；3037 欣興：停損換股（收盤 1040.0 已跌破停損價 1046.11，依紀律出場；資金轉往評分最高的候選標的）；2889 國票金：獲利換股（已獲利 +46,908 元（+7.24%）先入袋；這檔一個月預期只剩 +2.15%，轉買 00915 凱基優選高股息30（預期 +4.79%）扣除換股成本後多 2.05%（門檻 1.0%），且收正報酬機率不低於原標的）；5880 合庫金：獲利換股（已獲利 +66,305 元（+10.57%）先入袋；這檔一個月預期只剩 +2.97%，轉買 00915 凱基優選高股息30（預期 +4.79%）扣除換股成本後多 1.23%（門檻 1.0%），且收正報酬機率不低於原標的）；2360 致茂：停損換股（收盤 1945.0 已跌破停損價 2069.91，依紀律出場；資金轉往評分最高的候選標的）；6213 聯茂：獲利換股（已獲利 +17,965 元（+2.47%）先入袋；這檔一個月預期只剩 +3.64%，轉買 00642U 期元大S&amp;P石油（預期 +14.30%）扣除換股成本後多 10.07%（門檻 1.0%），且創新高機率不低於原標的）；3264 欣銓：續抱（買進第 5 個交易日，未滿 10 個交易日不換股、不因分數小幅轉弱賣出（模型排名每天都會小幅變動，來回換股要付約 0.58% 成本）；跌破停損 229.24 才出場）；1560 中砂：停損換股（收盤 888.0 已跌破停損價 936.69，依紀律出場；資金轉往評分最高的候選標的）；2103 台橡：停損換股（收盤 27.399999618530273 已跌破停損價 27.7，依紀律出場；資金轉往評分最高的候選標的）；6182 合晶：換股（00642U 期元大S&amp;P石油 扣除換股成本後的預期報酬比續抱高 6.01%（門檻 1.0%），且創新高機率不低於原標的 → 換股補回虧損較快；回收資金依綜合分數配置到買進候選，各檔仍受單一標的與產業上限約束）；3189 景碩：停損換股（收盤 959.0 已跌破停損價 999.0，依紀律出場；資金轉往評分最高的候選標的）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-1,498,507 元（-14.99%），已實現 -976,081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17.63%；只有正報酬才列入排名，補回虧損是第一優先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+3.59%（約 +305,074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進攻籃最佳替換候選：00642U 期元大S&amp;P石油，一個月預期報酬 +14.30%，創新高機率 93.0%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+4.79%，收正報酬機率 78.8%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艾笛森（-37,413 元）：未觸及停損，但模型預期偏弱，密切觀察；若跌破停損即出場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+0.96%，轉買 00915 凱基優選高股息30（預期 +4.79%）扣除換股成本後多 3.25%（門檻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潤泰全（+2,568 元）：已獲利 +2,568 元（+0.62%）先入袋；這檔一個月預期只剩 +1.65%，轉買 00915 凱基優選高股息30（預期 +4.79%）扣除換股成本後多 2.55%（門檻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帆宣（-145,712 元）：收盤 567.0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【停損換股】3037 欣興（-80,760 元）：收盤 1040.0 已跌破停損價 1046.11，依紀律出場；資金轉往評分最高的候選標的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國票金（+46,908 元）：已獲利 +46,908 元（+7.24%）先入袋；這檔一個月預期只剩 +2.15%，轉買 00915 凱基優選高股息30（預期 +4.79%）扣除換股成本後多 2.05%（門檻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合庫金（+66,305 元）：已獲利 +66,305 元（+10.57%）先入袋；這檔一個月預期只剩 +2.97%，轉買 00915 凱基優選高股息30（預期 +4.79%）扣除換股成本後多 1.23%（門檻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致茂（-3,365 元）：收盤 1945.0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聯茂（+17,965 元）：已獲利 +17,965 元（+2.47%）先入袋；這檔一個月預期只剩 +3.64%，轉買 00642U 期元大S&amp;P石油（預期 +14.30%）扣除換股成本後多 10.07%（門檻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【續抱】3264 欣銓（-28,878 元）：買進第 5 個交易日，未滿 10 個交易日不換股、不因分數小幅轉弱賣出（模型排名每天都會小幅變動，來回換股要付約 0.58% 成本）；跌破停損 229.24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中砂（-141,639 元）：收盤 888.0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【停損換股】2103 台橡（-6,427 元）：收盤 27.399999618530273 已跌破停損價 27.7，依紀律出場；資金轉往評分最高的候選標的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合晶（-15,165 元）：00642U 期元大S&amp;P石油 扣除換股成本後的預期報酬比續抱高 6.01%（門檻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景碩（-205,307 元）：收盤 959.0 已跌破停損價 999.0，依紀律出場；資金轉往評分最高的候選標的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聯準會維持利率不變但暗示年底仍保留升息空間以維持通膨目標 → 美國10年債殖利率上升，持股合計預估影響 -971 元（總資產 -0.01%）；Alphabet與英特爾財報及財測不如預期引發AI高額支出疑慮，拖累科技類股重挫 → 費城半導體下降，持股合計預估影響 -86,727 元（總資產 -1.02%）；美伊和談期待緩解供應擔憂且歐洲12國承諾聯合釋出戰略儲油，國際油價走低 → 西德州原油下降，持股合計預估影響 +19,194 元（總資產 +0.23%）；日本央行暫時維持基準利率在1.25%，市場預估12月可能升息至1.5% → 日經225上升，持股合計預估影響 +130,953 元（總資產 +1.54%）；外資大幅賣超台股並擴大匯出，新台幣匯率帶量貶值收在32.492元 → 美元兌台幣上升，持股合計預估影響 -10,688 元（總資產 -0.13%）；美國第3季GDP擴張3.4%創一年來最快增速且優於市場預期 → 標普500上升，持股合計預估影響 +76,730 元（總資產 +0.90%）；川普政府承諾關稅減免爭取奧迪建廠，並暫緩進口機器人及機械關稅給予180天談判期 → VIX恐慌指數下降，持股合計預估影響 +74,313 元（總資產 +0.87%）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聯準會維持利率不變但暗示年底仍保留升息空間以維持通膨目標 → 美國10年債殖利率↑：預估 -971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Alphabet與英特爾財報及財測不如預期引發AI高額支出疑慮，拖累科技類股重挫 → 費城半導體↓：預估 -86,727 元（-1.02%）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美伊和談期待緩解供應擔憂且歐洲12國承諾聯合釋出戰略儲油，國際油價走低 → 西德州原油↓：預估 +19,194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日本央行暫時維持基準利率在1.25%，市場預估12月可能升息至1.5% → 日經225↑：預估 +130,953 元（+1.54%）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外資大幅賣超台股並擴大匯出，新台幣匯率帶量貶值收在32.492元 → 美元兌台幣↑：預估 -10,688 元（-0.13%）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美國第3季GDP擴張3.4%創一年來最快增速且優於市場預期 → 標普500↑：預估 +76,730 元（+0.90%）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川普政府承諾關稅減免爭取奧迪建廠，並暫緩進口機器人及機械關稅給予180天談判期 → VIX恐慌指數↓：預估 +74,313 元（+0.87%）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國際事件：聯準會維持利率不變但暗示年底仍保留升息空間以維持通膨目標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國際事件：Alphabet與英特爾財報及財測不如預期引發AI高額支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-24,834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-12,401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-13,219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229.24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國際事件：美伊和談期待緩解供應擔憂且歐洲12國承諾聯合釋出戰略儲油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+5,886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18</a:t>
            </a:r>
          </a:p>
        </p:txBody>
      </p:sp>
      <p:pic>
        <p:nvPicPr>
          <p:cNvPr id="5" name="Picture 4" descr="2026-10-30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706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19</a:t>
            </a:r>
          </a:p>
        </p:txBody>
      </p:sp>
      <p:pic>
        <p:nvPicPr>
          <p:cNvPr id="5" name="Picture 4" descr="2026-10-30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20</a:t>
            </a:r>
          </a:p>
        </p:txBody>
      </p:sp>
      <p:pic>
        <p:nvPicPr>
          <p:cNvPr id="5" name="Picture 4" descr="2026-10-30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693,600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695,155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415,317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1,571,801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968,808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1,219,050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張+149股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512,402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+66,305 元（+10.57%）先入袋；這檔一個月預期只剩 +2.97%，轉買 00915 凱基優選高股息30（預期 +4.79%）扣除換股成本後多 1.23%（門檻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693,600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+46,908 元（+7.24%）先入袋；這檔一個月預期只剩 +2.15%，轉買 00915 凱基優選高股息30（預期 +4.79%）扣除換股成本後多 2.05%（門檻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695,155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+0.96%，轉買 00915 凱基優選高股息30（預期 +4.79%）扣除換股成本後多 3.25%（門檻 1.0%），且收正報酬機率不低於原標的；同時風險警示：負面新聞：受金管會裁罰案；股價偏弱，減碼三分之一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+2,568 元（+0.62%）先入袋；這檔一個月預期只剩 +1.65%，轉買 00915 凱基優選高股息30（預期 +4.79%）扣除換股成本後多 2.55%（門檻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415,317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959.00 元 ≤ 停損價 999.00 元（成本 1084.26 元，損益 -11.55%）；同時風險警示：已跌破停損價 999.0（目前 929.0）：依紀律全數出場；法人近 5 日賣超 6,911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888.00 元 ≤ 停損價 936.69 元（成本 1017.82 元，損益 -12.76%）；同時風險警示：已跌破停損價 936.69（目前 865.0）：依紀律全數出場；法人近 5 日賣超 571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567.00 元 ≤ 停損價 599.23 元（成本 634.77 元，損益 -10.68%）；同時風險警示：已跌破停損價 599.23（目前 560.0）：依紀律全數出場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+17,965 元（+2.47%）先入袋；這檔一個月預期只剩 +3.64%，轉買 00642U 期元大S&amp;P石油（預期 +14.30%）扣除換股成本後多 10.07%（門檻 1.0%），且創新高機率不低於原標的；同時風險警示：負面新聞：有價證券達公布注意交易資訊標準；股價偏弱，減碼三分之一；法人近 5 日賣超 8,619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745,000 元，依分數重新配置到同一籃的買進候選（最佳替換標的 00642U 期元大S&amp;P石油，實際買進股數受單一標的與產業上限約束，見買進明細）；部分換股會讓兩檔都表現平庸，因此一次換完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27.40 元 ≤ 停損價 27.70 元（成本 29.54 元，損益 -7.25%）；同時風險警示：已跌破停損價 27.7（目前 27.4）：依紀律全數出場；法人近 5 日賣超 1,849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1945.00 元 ≤ 停損價 2069.91 元（成本 2365.62 元，損益 -17.78%）；同時風險警示：跌停（1755.0，跌停價 1755.0）：跌停鎖住時通常賣不出去；若跌停打開，依下列建議賣出；已跌破停損價 2069.91（目前 1755.0）：依紀律全數出場；負面新聞：董事會決議辦理現金增資發行普通股參與發行海外存託憑證；股價偏弱，減碼三分之一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換股：00642U 期元大S&amp;P石油 扣除換股成本後的預期報酬比續抱高 6.01%（門檻 1.0%），且創新高機率不低於原標的 → 換股補回虧損較快；回收資金依綜合分數配置到買進候選，各檔仍受單一標的與產業上限約束；同時風險警示：跌停（90.5，跌停價 90.5）：跌停鎖住時通常賣不出去；若跌停打開，依下列建議賣出；已跌破停損價 97.31（目前 90.5）：依紀律全數出場；負面新聞：董事會決議辦理現金增資發行新股及發行國內無擔保轉換公司債；股價偏弱，減碼三分之一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100,500 元，依分數重新配置到同一籃的買進候選（最佳替換標的 00642U 期元大S&amp;P石油，實際買進股數受單一標的與產業上限約束，見買進明細）；部分換股會讓兩檔都表現平庸，因此一次換完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1040.00 元 ≤ 停損價 1046.11 元（成本 1181.68 元，損益 -11.99%）；同時風險警示：已跌破停損價 1046.11（目前 999.0）：依紀律全數出場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元大金｜10 張｜限價 72.9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10,000 股，限價 72.9，停損 69.2。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+0.69 達門檻（+0.20）；一個月收正報酬機率 58.5%、預期最大回檔 -5.7%，且未過熱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58.5%（全市場基準 51.8%），預期最大回檔 -5.7%（回檔幅度排名全市場最小的前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66.0%、預期報酬 +6.0%（模型估計，不是保證）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0.64（大盤漲跌 1% 時約變動 0.64%），日波動 1.45%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1.36（由穩健分數 +0.69 換算）= 92,836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3.61 與距 10 日低點 70.00 的距離 2.90 之較大者 = 3.61 元（進場 72.90 → 停損 69.20 元，5.0%）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92,836 ÷ 3.61 = 25,686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23,324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13,169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10,000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72.98 與前一日收盤 73.4000015258789 的較低者 = 72.9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張（10,000 股），金額約 729,000 元，佔總資產 8.6%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154 股只有 11,227 元，低於 14,035 元會被最低手續費 20 元拉高費率（約 0.18%），所以不買零股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58.5%，勝率普通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69.20 元全數賣出 10 張（10,000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喬山｜4 張 + 149 股｜限價 123.5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喬山 4,149 股，限價 123.5，停損 116.0。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+0.69 達門檻（+0.20）；一個月收正報酬機率 62.9%、預期最大回檔 -5.7%，且未過熱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62.9%（全市場基準 51.8%），預期最大回檔 -5.7%（回檔幅度排名全市場最小的前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60.0%、預期報酬 +9.2%（模型估計，不是保證）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-0.03（大盤漲跌 1% 時約變動 -0.03%），日波動 1.58%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1.36（由穩健分數 +0.69 換算）= 92,411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7.21 與距 10 日低點 120.00 的距離 3.50 之較大者 = 7.21 元（進場 123.50 → 停損 116.00 元，5.8%）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92,411 ÷ 7.21 = 12,809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477 張 × 2%）」限制，下修至 9,530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5,381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123.57 與前一日收盤 123.5 的較低者 = 123.5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149 股（共 4,149 股），金額約 512,402 元，佔總資產 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116.00 元全數賣出 4 張又 149 股（共 4,149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買進【穩健籃】1723 中碳｜5 張 + 458 股｜限價 80.1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中碳 5,458 股，限價 80.1，停損 76.3。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54.0%、預期最大回檔 -4.5%，且未過熱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54.0%（全市場基準 51.8%），預期最大回檔 -4.5%（回檔幅度排名全市場最小的前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65.3%、預期報酬 +13.0%（模型估計，不是保證）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-0.17（大盤漲跌 1% 時約變動 -0.17%），日波動 1.70%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1.31（由穩健分數 +0.65 換算）= 89,266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3.73 與距 10 日低點 80.10 的距離 0.00 之較大者 = 3.73 元（進場 80.10 → 停損 76.30 元，4.7%）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89,266 ÷ 3.73 = 23,941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627 張 × 2%）」限制，下修至 12,536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7,078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80.16 與前一日收盤 80.5 的較低者 = 80.1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458 股（共 5,458 股），金額約 437,186 元，佔總資產 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-4.5%，下檔有限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+61.9%，基本面支撐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54.0%，勝率普通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76.30 元全數賣出 5 張又 458 股（共 5,458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買進【穩健籃】2607 榮運｜7 張 + 665 股｜限價 56.8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榮運 7,665 股，限價 56.8，停損 53.8。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47.2%、預期最大回檔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47.2%（全市場基準 51.8%），預期最大回檔 -8.5%（回檔幅度排名全市場最小的前 31%）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60.9%、預期報酬 +8.7%（模型估計，不是保證）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0.04（大盤漲跌 1% 時約變動 0.04%），日波動 1.53%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1.23（由穩健分數 +0.59 換算）= 83,995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2.91 與距 10 日低點 54.60 的距離 2.20 之較大者 = 2.91 元（進場 56.80 → 停損 53.80 元，5.1%）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83,995 ÷ 2.91 = 28,822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880 張 × 2%）」限制，下修至 17,607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9,941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56.83 與前一日收盤 57.20000076293945 的較低者 = 56.8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665 股（共 7,665 股），金額約 435,372 元，佔總資產 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47.2%，勝率普通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53.80 元全數賣出 7 張又 665 股（共 7,665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買進【進攻籃】3105 穩懋｜3 張 + 554 股｜限價 598.0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穩懋 3,554 股，限價 598.0，停損 538.0。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2%、創新高機率 81.8%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81.8%（全市場基準 18.0%，排名前 4%），預期超額報酬 +9.23%（排名前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-6.8%（52 週高 637.0，現價 594.0）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+18.3%、近 60 日 +121.6%，相對大盤 20 日 +20.4%、60 日 +103.9%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787,677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1.47（由綜合分數 +0.78 換算）= 100,063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79.57 與距 10 日低點 454.00 的距離 144.00 之較大者，但不超過進場價 10%（59.80） = 59.80 元（進場 598.00 → 停損 538.00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100,063 ÷ 59.80 = 1,673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1,881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594.57 × (1 + 0.5%) = 598.0，提高成交機率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554 股（共 3,554 股），金額約 2,125,292 元，佔總資產 25.0%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+30.0%，基本面支撐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637.0 元（距現價 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538.00 元全數賣出 3 張又 554 股（共 3,554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買進【進攻籃】2850 新產｜6 張 + 338 股｜限價 169.0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新產 6,338 股，限價 169.0，停損 161.0。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4%、創新高機率 70.4%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70.4%（全市場基準 18.0%，排名前 6%），預期超額報酬 +8.03%（排名前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-3.2%（52 週高 174.0，現價 168.5）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+7.0%、近 60 日 +7.3%，相對大盤 20 日 +9.0%、60 日 -10.5%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787,677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1.41（由綜合分數 +0.73 換算）= 95,897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7.64 與距 10 日低點 162.00 的距離 7.00 之較大者 = 7.64 元（進場 169.00 → 停損 161.00 元，4.5%）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95,897 ÷ 7.64 = 12,547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317 張 × 2%）」限制，下修至 6,338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168.1 × (1 + 0.5%) = 169.0，提高成交機率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張又 338 股（共 6,338 股），金額約 1,071,122 元，佔總資產 12.6%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70.4%，勝率高可多配置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174.0 元（距現價 3.2%）即確認創新高，續抱讓獲利奔跑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161.00 元全數賣出 6 張又 338 股（共 6,338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運錩｜37 張 + 809 股｜限價 27.25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37,809 股，限價 27.25，停損 24.5。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1%、創新高機率 50.6%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50.6%（全市場基準 18.0%，排名前 12%），預期超額報酬 +9.62%（排名前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-9.5%（52 週高 30.05，現價 27.2）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+5.8%、近 60 日 +51.5%，相對大盤 20 日 +7.9%、60 日 +33.8%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787,677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1.36（由綜合分數 +0.69 換算）= 92,666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2.46 與距 10 日低點 23.70 的距離 3.55 之較大者，但不超過進場價 10%（2.73） = 2.73 元（進場 27.25 → 停損 24.50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92,666 ÷ 2.73 = 34,006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3,804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27.07 × (1 + 0.5%) = 27.25，提高成交機率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取整後：37 張又 809 股（共 37,809 股），金額約 1,030,295 元，佔總資產 12.1%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【少買】日均波動（ATR）4.5%，波動大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50.6%，勝率普通故保守配置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9.5%）即確認創新高，續抱讓獲利奔跑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24.50 元全數賣出 37 張又 809 股（共 37,809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41</a:t>
            </a:r>
          </a:p>
        </p:txBody>
      </p:sp>
      <p:pic>
        <p:nvPicPr>
          <p:cNvPr id="5" name="Picture 4" descr="2026-10-30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915" y="1097280"/>
            <a:ext cx="464586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98.4%（每日收盤檢查，未達扣報酬率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84.8%（目標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15 檔＋本次建議 = 21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91 筆＋本次建議 19 筆 = 110 筆；剩餘 21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2,550,448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-14.99%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86.3% / 30.1%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2026-10-30　|　44</a:t>
            </a:r>
          </a:p>
        </p:txBody>
      </p:sp>
      <p:pic>
        <p:nvPicPr>
          <p:cNvPr id="5" name="Picture 4" descr="2026-10-30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