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2026-10-27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863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-13.68%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91.6%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美股前一交易日：費城半導體 +2.82%、那斯達克 +0.82%、標普500 +0.70%、台積電ADR +1.40%、美10年債殖利率 -0.04%。新聞面：Anthropic遞交IPO申請及Meta擴大AI投資激勵科技股反彈，但台股短線失守季線仍面臨半年線保衛與補跌壓力。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模型預測加權指數開盤 +0.72%（開高），開盤後 +0.41%（續強）；樣本外方向命中率 83.5%，誤差區間約 ±0.52%。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-9.65%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-8.18%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970 股（零股），加碼後共 1 張又 540 股（共 1,540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 張又 675 股（共 1,675 股），加碼後共 8 張又 848 股（共 8,848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 張又 494 股（共 1,494 股），加碼後共 2 張又 494 股（共 2,494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4／警告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986.0）：依紀律全數出場 → 建議賣出 1 張又 639 股（共 1,639 股）（持有 1,639 股的 100%），限價 976.0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846.0）：依紀律全數出場 → 建議賣出 1 張又 91 股（共 1,091 股）（持有 1,091 股的 100%），限價 837.0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597.0）：依紀律全數出場 → 建議賣出 2 張又 150 股（共 2,150 股）（持有 2,150 股的 100%），限價 591.0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1980.0）：依紀律全數出場 → 建議賣出 8 股（零股）（持有 8 股的 100%），限價 1960.0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聯茂：單日重挫 -5.59%：先減碼三分之一，確認原因後再決定 → 建議賣出 333 股（零股）（持有 1,000 股的 33%），限價 769.0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【警告】6182 合晶：單日重挫 -5.86%：先減碼三分之一，確認原因後再決定 → 建議賣出 333 股（零股）（持有 1,000 股的 33%），限價 103.0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【警告】19 檔跌停：集中在：電子零組件業 6 檔、通信網路業 3 檔、光電業 2 檔 → 同產業持股留意連動下跌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【提醒】2103 台橡：距停損價 27.7 只剩 1.4%，先掛好停損單 → 續抱，持續觀察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21／跌停 19）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跌停｜3081 聯亞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可能原因（新聞）：獲美系客戶長約 聯亞砸近23億擴產 - 自由時報；【13:24 即時新聞】聯亞(3081)盤中走強，市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跌停｜6209 今國光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可能原因（新聞）：今國光(6209) 個股概覽 | 個股 - 股市 - CMoney；光學元件全面沸騰！「這檔」 處置期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跌停｜3624 光頡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可能原因（新聞）：光頡(3624) 今日股價與討論 - 股市爆料同學會 - CMoney；【09:40 即時新聞】光頡(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跌停｜3441 聯一光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可能原因（新聞）：台股周漲幅王出爐！聯一光飆逾三成稱冠 光學股成最大贏家 - 經濟日報；【即時新聞】聯一光(3441)挾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漲停｜2468 華經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可能原因（新聞）：今日漲停股｜資安事件頻傳引爆剛性需求，華經、驊宏資、麗臺強勢攻上漲停1022｜豐雲學堂2026 年 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漲停｜2465 麗臺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可能原因（新聞）：2465 麗臺- 單日急漲背後藏風險？麗臺與資訊服務股籌碼解析- 股市爆料同學會 - CMoney；今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漲停｜6148 驊宏資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可能原因（新聞）：驊宏資(6148) 今日股價與討論 - 股市爆料同學會 - CMoney；今日漲停股｜資安事件頻傳引爆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漲停｜4577 達航科技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可能原因（新聞）：【10:29 即時新聞】達航科技(4577)攻上漲停，量價續強成盤中焦點 - CMoney投資網誌；4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漲停｜3691 碩禾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可能原因（新聞）：【10:19 即時新聞】碩禾(3691) 盤中大漲近九成一，買盤回流聚焦營收成長 - CMoney投資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漲停｜7730 暉盛-創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可能原因（新聞）：設備出貨加持 暉盛股價衝上漲停 - 經濟日報；《半導體》暉盛亮燈攻頂登4個半月高價- 上市櫃 - 旺得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漲停｜6221 晉泰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可能原因（新聞）：晉泰(6221) 個股概覽 | 個股 - 股市 - CMoney；【09:12 即時新聞】晉泰(622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漲停｜6945 圓祥生技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生技醫療業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可能原因（新聞）：6945 圓祥生技 - 2026年3月20日 到 2026年10月22日(實際是統計... - 股市爆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-0.4%、20 日 -3.5%） → 進攻籃 80%（已持續 6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583 萬，執行後佔總資產 67.5%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進攻籃買進：6756 威鋒電子、6456 GIS-KY、2069 運錩、3037 欣興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194 萬，執行後佔總資產 23.8%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穩健籃買進：2885 元大金、2915 潤泰全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-0.4%、20 日 -3.5%） → 進攻籃 80%（已持續 6 個交易日）；依據（報酬率第一）：十年回測每次前 20 名 20 日報酬，進攻籃在綠燈 6.0%／灰燈 6.2%／紅燈 3.7%，都高於穩健籃 4.4%／3.8%／2.1%，勝率相近；調整 Agent 偵測到 2 項失誤 → 進攻 −5%，待模型修正後再恢復；股票內部：進攻籃 75%、穩健籃 25%；今日配置（佔股票＋ETF 目標持股）：進攻籃 75%、穩健籃 25%、ETF 籃 0%。進攻籃買進：6756 威鋒電子、6456 GIS-KY、2069 運錩、3037 欣興。穩健籃買進：2885 元大金、2915 潤泰全。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6245 立端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8215 明基材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2376 技嘉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1617 榮星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電器電纜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3034 聯詠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-13.68%、距高點回撤 -15.36%、剩 24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61.4%（模型估計，不是保證）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64.5%（基準 62.9%）、平均每次 +0.65%（一直做多 +0.73%），沒有擇時優勢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補回虧損模式可考慮加碼大盤曝險，但加權指數在季線下（-0.36%），風控規定不加碼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9</a:t>
            </a:r>
          </a:p>
        </p:txBody>
      </p:sp>
      <p:pic>
        <p:nvPicPr>
          <p:cNvPr id="5" name="Picture 4" descr="2026-10-27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+0.71%（+4,800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+0.30%（+2,021 元），主因為「產業因素」（+2.18%）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+0.35%（+1,435 元），主因為「個股特有因素」（+0.65%）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-2.38%（-39,336 元），主因為「大盤因素」（-3.24%）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-3.24%（-18,475 元），主因為「產業因素」（-1.94%）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-39,336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-33,821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-5.59%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+4.95%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2026-10-22 加權指數 -1.81%。5880 合庫金 今日上漲 +0.71%（+4,800 元），主因為「產業因素」（+2.16%）；2889 國票金 今日上漲 +0.30%（+2,021 元），主因為「產業因素」（+2.18%）；2845 遠東銀 今日上漲 +0.38%（+1,804 元），主因為「產業因素」（+2.16%）；2915 潤泰全 今日上漲 +0.35%（+1,435 元），主因為「個股特有因素」（+0.65%）；3189 景碩 今日下跌 -2.38%（-39,336 元），主因為「大盤因素」（-3.24%）；3591 艾笛森 今日下跌 -3.24%（-18,475 元），主因為「產業因素」（-1.94%）；1560 中砂 今日下跌 -3.53%（-33,821 元），主因為「大盤因素」（-2.54%）；6196 帆宣 今日下跌 -2.93%（-38,700 元），主因為「大盤因素」（-2.32%）；6213 聯茂 今日下跌 -5.59%（-46,000 元），主因為「產業因素」（-3.21%）；2103 台橡 今日下跌 -0.71%（-600 元），主因為「產業因素」（+2.12%）；2360 致茂 今日下跌 -1.49%（-240 元），主因為「大盤因素」（-2.77%）；6182 合晶 今日下跌 -5.86%（-6,500 元），主因為「大盤因素」（-3.26%）；3037 欣興 今日下跌 -1.36%（-8,550 元），主因為「個股特有因素」（+4.95%）；2885 元大金 今日上漲 +1.54%（+1,100 元），主因為「產業因素」（+2.16%）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11</a:t>
            </a:r>
          </a:p>
        </p:txBody>
      </p:sp>
      <p:pic>
        <p:nvPicPr>
          <p:cNvPr id="5" name="Picture 4" descr="2026-10-27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-1,368,221 元（-13.68%），已實現 -977,655 元；回到初始資金需上漲 15.85%；只有正報酬才列入排名，補回虧損是第一優先；現有持股依模型加權的一個月預期報酬 +5.26%（約 +454,033 元）；進攻籃最佳替換候選：6870 騰雲，一個月預期報酬 +15.99%，創新高機率 86.5%；穩健籃最佳替換候選：00692 富邦公司治理，一個月預期報酬 +3.92%，收正報酬機率 76.3%。2845 遠東銀：獲利換股（已獲利 +11,936 元（+2.55%）先入袋；這檔一個月預期只剩 +1.09%，轉買 00692 富邦公司治理（預期 +3.92%）扣除換股成本後多 2.24%（門檻 1.0%），且收正報酬機率不低於原標的）；2915 潤泰全：續抱（模型預期仍為正，未觸及停損，換股的預期效益不足以支付換股成本）；2360 致茂：停損換股（收盤 1980.0 已跌破停損價 2069.91，依紀律出場；資金轉往評分最高的候選標的）；2885 元大金：續抱（買進第 4 個交易日，未滿 10 個交易日不換股、不因分數小幅轉弱賣出（模型排名每天都會小幅變動，來回換股要付約 0.58% 成本）；跌破停損 67.62 才出場）；2103 台橡：換股（6870 騰雲 扣除換股成本後的預期報酬比續抱高 12.57%（門檻 1.0%），且創新高機率不低於原標的 → 換股補回虧損較快；回收資金依綜合分數配置到買進候選，各檔仍受單一標的與產業上限約束）；2889 國票金：續抱（模型預期仍為正，未觸及停損，換股的預期效益不足以支付換股成本）；5880 合庫金：續抱（模型預期仍為正，未觸及停損，換股的預期效益不足以支付換股成本）；6196 帆宣：停損換股（收盤 597.0 已跌破停損價 599.23，依紀律出場；資金轉往評分最高的候選標的）；1560 中砂：停損換股（收盤 846.0 已跌破停損價 936.69，依紀律出場；資金轉往評分最高的候選標的）；6182 合晶：續抱（買進第 9 個交易日，未滿 10 個交易日不換股、不因分數小幅轉弱賣出（模型排名每天都會小幅變動，來回換股要付約 0.58% 成本）；跌破停損 97.31 才出場）；3037 欣興：續抱（買進第 9 個交易日，未滿 10 個交易日不換股、不因分數小幅轉弱賣出（模型排名每天都會小幅變動，來回換股要付約 0.58% 成本）；跌破停損 1046.11 才出場）；3189 景碩：停損換股（收盤 986.0 已跌破停損價 999.0，依紀律出場；資金轉往評分最高的候選標的）；3591 艾笛森：換股（6870 騰雲 扣除換股成本後的預期報酬比續抱高 5.39%（門檻 1.0%），且創新高機率不低於原標的 → 換股補回虧損較快；回收資金依綜合分數配置到買進候選，各檔仍受單一標的與產業上限約束）；6213 聯茂：獲利換股（已獲利 +49,965 元（+6.87%）先入袋；這檔一個月預期只剩 +11.42%，轉買 6870 騰雲（預期 +15.99%）扣除換股成本後多 3.98%（門檻 1.0%），且創新高機率不低於原標的）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-1,368,221 元（-13.68%），已實現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15.85%；只有正報酬才列入排名，補回虧損是第一優先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+5.26%（約 +454,033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+15.99%，創新高機率 86.5%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穩健籃最佳替換候選：00692 富邦公司治理，一個月預期報酬 +3.92%，收正報酬機率 76.3%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遠東銀（+11,936 元）：已獲利 +11,936 元（+2.55%）先入袋；這檔一個月預期只剩 +1.09%，轉買 00692 富邦公司治理（預期 +3.92%）扣除換股成本後多 2.24%（門檻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潤泰全（+1,850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致茂（-3,085 元）：收盤 1980.0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元大金（+1,298 元）：買進第 4 個交易日，未滿 10 個交易日不換股、不因分數小幅轉弱賣出（模型排名每天都會小幅變動，來回換股要付約 0.58% 成本）；跌破停損 67.62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【換股】2103 台橡（-4,327 元）：6870 騰雲 扣除換股成本後的預期報酬比續抱高 12.57%（門檻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國票金（+36,804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合庫金（+49,505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帆宣（-81,212 元）：收盤 597.0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中砂（-187,461 元）：收盤 846.0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合晶（-11,165 元）：買進第 9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欣興（-55,110 元）：買進第 9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景碩（-161,054 元）：收盤 986.0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艾笛森（-37,413 元）：6870 騰雲 扣除換股成本後的預期報酬比續抱高 5.39%（門檻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聯茂（+49,965 元）：已獲利 +49,965 元（+6.87%）先入袋；這檔一個月預期只剩 +11.42%，轉買 6870 騰雲（預期 +15.99%）扣除換股成本後多 3.98%（門檻 1.0%），且創新高機率不低於原標的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AI新創公司Anthropic申請IPO，提振AI股與美股大盤。 → 費城半導體上升，持股合計預估影響 +83,629 元（總資產 +0.97%）；Meta擬發行股票籌資以支應AI投資，輝達、超微、博通等有意認購。 → 費城半導體上升，持股合計預估影響 +83,629 元（總資產 +0.97%）；美加貿易談判在鋼鐵與汽車關稅方面取得進展，特朗普貿易立場趨向加拿大要求。 → 標普500上升，持股合計預估影響 +75,949 元（總資產 +0.88%）；歐盟擬於明年初起擴大對中國產品實施更多進口限制。 → 中國大型股ETF下降，持股合計預估影響 -13,438 元（總資產 -0.16%）；中東局勢升溫疑慮有所緩解，國際油價下滑。 → 西德州原油下降，持股合計預估影響 +19,674 元（總資產 +0.23%）；巴西左派總統魯拉連任成功，引發投資人擔憂，導致巴西股市與匯率暴跌。 → VIX恐慌指數上升，持股合計預估影響 -71,156 元（總資產 -0.82%）；聯準會預計10月暫停升息，但12月升息機率提高。 → 美國10年債殖利率上升，持股合計預估影響 -880 元（總資產 -0.01%）；市場對AI投資回報與永續性產生疑慮，馬斯克警告新雲端業者面臨倒閉潮，Anthropic上市文件揭露巨額長期支出。 → 費城半導體下降，持股合計預估影響 -83,629 元（總資產 -0.97%）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AI新創公司Anthropic申請IPO，提振AI股與美股大盤。 → 費城半導體↑：預估 +83,629 元（+0.97%）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Meta擬發行股票籌資以支應AI投資，輝達、超微、博通等有意認購。 → 費城半導體↑：預估 +83,629 元（+0.97%）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美加貿易談判在鋼鐵與汽車關稅方面取得進展，特朗普貿易立場趨向加拿大要求。 → 標普500↑：預估 +75,949 元（+0.88%）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歐盟擬於明年初起擴大對中國產品實施更多進口限制。 → 中國大型股ETF↓：預估 -13,438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中東局勢升溫疑慮有所緩解，國際油價下滑。 → 西德州原油↓：預估 +19,674 元（+0.23%）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巴西左派總統魯拉連任成功，引發投資人擔憂，導致巴西股市與匯率暴跌。 → VIX恐慌指數↑：預估 -71,156 元（-0.82%）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聯準會預計10月暫停升息，但12月升息機率提高。 → 美國10年債殖利率↑：預估 -880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市場對AI投資回報與永續性產生疑慮，馬斯克警告新雲端業者面臨倒閉潮，Anthropic上市文件揭露巨額長期支出。 → 費城半導體↓：預估 -83,629 元（-0.97%）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國際事件：AI新創公司Anthropic申請IPO，提振AI股與美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+24,241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+11,168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+9,402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0.6287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0.7608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+13,606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國際事件：Meta擬發行股票籌資以支應AI投資，輝達、超微、博通等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+24,241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+11,168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+9,402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0.6287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0.7608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+13,606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國際事件：美加貿易談判在鋼鐵與汽車關稅方面取得進展，特朗普貿易立場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0.1521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1.5704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+21,009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1.1965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+9,138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1.5942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+16,943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1.6389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+10,490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1.7281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2.0195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+10,328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17</a:t>
            </a:r>
          </a:p>
        </p:txBody>
      </p:sp>
      <p:pic>
        <p:nvPicPr>
          <p:cNvPr id="5" name="Picture 4" descr="2026-10-27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703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18</a:t>
            </a:r>
          </a:p>
        </p:txBody>
      </p:sp>
      <p:pic>
        <p:nvPicPr>
          <p:cNvPr id="5" name="Picture 4" descr="2026-10-27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19</a:t>
            </a:r>
          </a:p>
        </p:txBody>
      </p:sp>
      <p:pic>
        <p:nvPicPr>
          <p:cNvPr id="5" name="Picture 4" descr="2026-10-27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6096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34,798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479,744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1,616,054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922,986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1,283,550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777,000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15,840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張+494股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張+675股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96,648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進攻｜6756 威鋒電子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 張+206股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1,372,735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進攻｜6456 GIS-KY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 張+202股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1,573,407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18.2%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進攻｜2069 運錩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張+496股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1,074,807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-5.86%：先減碼三分之一，確認原因後再決定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+11,936 元（+2.55%）先入袋；這檔一個月預期只剩 +1.09%，轉買 00692 富邦公司治理（預期 +3.92%）扣除換股成本後多 2.24%（門檻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479,744 元，依分數重新配置到同一籃的買進候選（最佳替換標的 00692 富邦公司治理，實際買進股數受單一標的與產業上限約束，見買進明細）；部分換股會讓兩檔都表現平庸，因此一次換完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986.00 元 ≤ 停損價 999.00 元（成本 1084.26 元，損益 -9.06%）；同時風險警示：已跌破停損價 999.0（目前 986.0）：依紀律全數出場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5.39%（門檻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551,177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846.00 元 ≤ 停損價 936.69 元（成本 1017.82 元，損益 -16.88%）；同時風險警示：已跌破停損價 936.69（目前 846.0）：依紀律全數出場；法人近 5 日賣超 1,037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597.00 元 ≤ 停損價 599.23 元（成本 634.77 元，損益 -5.95%）；同時風險警示：已跌破停損價 599.23（目前 597.0）：依紀律全數出場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+49,965 元（+6.87%）先入袋；這檔一個月預期只剩 +11.42%，轉買 6870 騰雲（預期 +15.99%）扣除換股成本後多 3.98%（門檻 1.0%），且創新高機率不低於原標的；同時風險警示：單日重挫 -5.59%：先減碼三分之一，確認原因後再決定；法人近 5 日賣超 3,738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777,000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12.57%（門檻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 張（3,000 股），回收資金約 84,300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1980.00 元 ≤ 停損價 2069.91 元（成本 2365.62 元，損益 -16.30%）；同時風險警示：已跌破停損價 2069.91（目前 1980.0）：依紀律全數出場；法人近 5 日賣超 1,911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元大金｜1 張 + 494 股｜限價 72.4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元大金 1,494 股，限價 72.4，停損 68.3。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+0.56 達門檻（+0.20）；一個月收正報酬機率 60.6%、預期最大回檔 -6.7%，且未過熱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60.6%（全市場基準 51.8%），預期最大回檔 -6.7%（回檔幅度排名全市場最小的前 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58.9%、預期報酬 +4.0%（模型估計，不是保證）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0.63（大盤漲跌 1% 時約變動 0.63%），日波動 1.49%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1,848,851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1.20（由穩健分數 +0.56 換算）= 83,124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3.53 與距 10 日低點 68.30 的距離 4.10 之較大者 = 4.10 元（進場 72.40 → 停損 68.30 元，5.7%）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83,124 ÷ 4.10 = 20,274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18,780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72.75 與前一日收盤 72.4000015258789 的較低者 = 72.4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494 股（共 1,494 股），金額約 108,166 元，佔總資產 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+0.56 高，信心係數 1.20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60.6%，可提高「正報酬晉級」機率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-6.7%，下檔風險偏大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68.30 元全數賣出 1 張又 494 股（共 1,494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買進【穩健籃】2915 潤泰全｜1 張 + 675 股｜限價 57.7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潤泰全 1,675 股，限價 57.7，停損 55.8。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+0.22 達門檻（+0.20）；一個月收正報酬機率 58.7%、預期最大回檔 -8.1%，且未過熱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58.7%（全市場基準 51.8%），預期最大回檔 -8.1%（回檔幅度排名全市場最小的前 17%）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55.1%、預期報酬 +3.6%（模型估計，不是保證）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0.12（大盤漲跌 1% 時約變動 0.12%），日波動 1.09%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1,848,851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0.78（由穩健分數 +0.22 換算）= 53,603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1.87 與距 10 日低點 57.40 的距離 0.30 之較大者 = 1.87 元（進場 57.70 → 停損 55.80 元，3.2%）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53,603 ÷ 1.87 = 28,643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22,734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21,058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58.0 與前一日收盤 57.79999923706055 的較低者 = 57.7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675 股（共 1,675 股），金額約 96,648 元，佔總資產 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【少買】穩健分數 +0.22 普通，信心係數 0.78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58.7%，勝率普通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-8.1%，下檔風險偏大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-64.0%，基本面偏弱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55.80 元全數賣出 1 張又 675 股（共 1,675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買進【進攻籃】6756 威鋒電子｜11 張 + 206 股｜限價 122.5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威鋒電子 11,206 股，限價 122.5，停損 110.0。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+0.79 達門檻（+0.30）；一個月模型預期超額報酬排名全市場前 1%、創新高機率 74.5%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74.5%（全市場基準 17.9%，排名前 6%），預期超額報酬 +9.37%（排名前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-6.7%（52 週高 134.5，現價 125.5）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+29.4%、近 60 日 +32.1%，相對大盤 20 日 +32.9%、60 日 +26.6%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1.49（由綜合分數 +0.79 換算）= 102,977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11.61 與距 10 日低點 91.80 的距離 30.70 之較大者，但不超過進場價 10%（12.25） = 12.25 元（進場 122.50 → 停損 110.00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102,977 ÷ 12.25 = 8,406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2,801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78.8 &gt; 75 偏熱，不追價：限價設在前一日收盤 125.5 − 0.5×ATR 5.81 = 122.5，等回檔才買（可能當日不成交）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取整後：11 張又 206 股（共 11,206 股），金額約 1,372,735 元，佔總資產 15.9%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+0.79 高，信心係數 1.49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74.5%，勝率高可多配置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+66.2%，基本面支撐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78.8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134.5 元（距現價 6.7%）即確認創新高，續抱讓獲利奔跑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110.00 元全數賣出 11 張又 206 股（共 11,206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買進【進攻籃】6456 GIS-KY｜15 張 + 202 股｜限價 103.5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GIS-KY 15,202 股，限價 103.5，停損 93.1。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+0.79 達門檻（+0.30）；一個月模型預期超額報酬排名全市場前 3%、創新高機率 83.1%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83.1%（全市場基準 17.9%，排名前 3%），預期超額報酬 +7.97%（排名前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-5.6%（52 週高 108.0，現價 102.0）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+41.9%、近 60 日 +61.7%，相對大盤 20 日 +45.4%、60 日 +56.1%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1.48（由綜合分數 +0.79 換算）= 102,287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15.54 與距 10 日低點 83.30 的距離 20.20 之較大者，但不超過進場價 10%（10.35） = 10.35 元（進場 103.50 → 停損 93.10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102,287 ÷ 10.35 = 9,883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5,320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102.89 × (1 + 0.5%) = 103.5，提高成交機率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取整後：15 張又 202 股（共 15,202 股），金額約 1,573,407 元，佔總資產 18.2%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+0.79 高，信心係數 1.48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83.1%，勝率高可多配置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【少買】日均波動（ATR）7.6%，波動大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108.0 元（距現價 5.6%）即確認創新高，續抱讓獲利奔跑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93.10 元全數賣出 15 張又 202 股（共 15,202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買進【進攻籃】2069 運錩｜36 張 + 496 股｜限價 29.45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運錩 36,496 股，限價 29.45，停損 26.5。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2%、創新高機率 81.0%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81.0%（全市場基準 17.9%，排名前 4%），預期超額報酬 +8.54%（排名前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-3.7%（52 週高 30.05，現價 28.95）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+19.6%、近 60 日 +57.8%，相對大盤 20 日 +23.1%、60 日 +52.2%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1.45（由綜合分數 +0.76 換算）= 100,301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2.21 與距 10 日低點 23.70 的距離 5.75 之較大者，但不超過進場價 10%（2.95） = 2.95 元（進場 29.45 → 停損 26.50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100,301 ÷ 2.95 = 34,058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2,439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29.28 × (1 + 0.5%) = 29.45，提高成交機率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取整後：36 張又 496 股（共 36,496 股），金額約 1,074,807 元，佔總資產 12.5%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81.0%，勝率高可多配置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【少買】日均波動（ATR）3.8%，波動大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30.05 元（距現價 3.7%）即確認創新高，續抱讓獲利奔跑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26.50 元全數賣出 36 張又 496 股（共 36,496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買進【進攻籃】3037 欣興｜0 張 + 970 股｜限價 1115.0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欣興 970 股，限價 1115.0，停損 1000.0。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+0.35 達門檻（+0.30）；一個月模型預期超額報酬排名全市場前 11%、創新高機率 17.3%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17.3%（全市場基準 17.9%，排名前 33%），預期超額報酬 +5.64%（排名前 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-23.6%（52 週高 1420.0，現價 1085.0）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+6.4%、近 60 日 +28.0%，相對大盤 20 日 +9.9%、60 日 +22.4%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0.94（由綜合分數 +0.35 換算）= 65,170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155.71 與距 10 日低點 1040.00 的距離 75.00 之較大者，但不超過進場價 10%（111.50） = 111.50 元（進場 1115.00 → 停損 1000.00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65,170 ÷ 111.50 = 584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386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1107.22 × (1 + 0.5%) = 1115.0，提高成交機率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取整後：970 股（零股），金額約 1,081,550 元，佔總資產 12.5%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+64.7%，基本面支撐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【少買】綜合分數 +0.35 普通，信心係數 0.94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17.3%，勝率普通故保守配置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1420.0 元（距現價 23.6%）即確認創新高，續抱讓獲利奔跑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1000.00 元全數賣出 970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36</a:t>
            </a:r>
          </a:p>
        </p:txBody>
      </p:sp>
      <p:pic>
        <p:nvPicPr>
          <p:cNvPr id="5" name="Picture 4" descr="2026-10-27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8484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期貨戶轉入證券戶：675,300 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37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96.2%（每日收盤檢查，未達扣報酬率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91.6%（目標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17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15 筆 = 103 筆；剩餘 24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2,589,534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-13.68%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86.8% / 30.2%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2026-10-27　|　39</a:t>
            </a:r>
          </a:p>
        </p:txBody>
      </p:sp>
      <p:pic>
        <p:nvPicPr>
          <p:cNvPr id="5" name="Picture 4" descr="2026-10-27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