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2026-10-13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996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-0.38%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80.0%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美股隔夜費城半導體指數收跌2.67%，那斯達克微跌0.44%，標普500持平，美元兌台幣在31.93附近，台股週初受外資賣壓522億影響開盤偏弱，但資金避險債券ETF並存，高息ETF除息行情活絡。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今日台股開盤預計低開，盤中可能震盪整理，模型對開盤gap的命中率約80.9%，建議以觀望為主，待盤勢明朗後再判斷是否進場。（08:20 更新：那斯達克期貨 30762.5，-1.11%）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523 股（零股），保留 1 張又 48 股（共 1,048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4 股（零股），保留 4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2305.0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217 股（零股），加碼後共 1 張又 258 股（共 1,258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14 張又 345 股（共 14,345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致茂：重大負面新聞：致茂爆違約交割5859.5萬元（多來源）；先減碼一半，保留部位觀察後續 → 建議賣出 4 股（零股）（持有 8 股的 50%），限價 2305.0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523 股（零股）（持有 1,571 股的 33%），限價 797.0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【警告】16 檔跌停：集中在：通信網路業 2 檔、半導體業 2 檔、其他電子類 2 檔 → 同產業持股留意連動下跌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12.6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檔漲停：同產業集體漲停：宏致、天二科技、敬鵬、科嶠、鴻呈、松上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【提醒】光電業 8 檔漲停：同產業集體漲停：大立光、台表科、佳凌、冠西電、澤米、高僑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-212,000 元：均價 49,875、現價 49,345 → 依建議的停損停利執行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55／跌停 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跌停｜3363 上詮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可能原因（新聞）：CPO量產帶動FAU需求升溫上詮產能效率受考驗，大摩降評示警 - 鉅亨網；3.2T FAU量產 上詮9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跌停｜7856 漢測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可能原因（新聞）：漢測(7856)營收查詢｜月營收統計與YOY年增率圖表 - 股市爆料同學會 - CMoney；旺矽漲停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跌停｜3491 昇達科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可能原因（新聞）：昇達科累計營收年增逾七成，看好LEO續成長- 新聞 - MoneyDJ；《通網股》昇達科Q3營收意外失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跌停｜5536 聖暉*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可能原因（新聞）：5536 聖暉* - - 5536聖暉：亞系初評正向 亞系全球首次覆蓋給予正向評等... - 股市爆料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漲停｜3008 大立光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可能原因（新聞）：大立光跨足CPO！ 高盛力讚FAU強勁驅動 破萬目標價出爐 - Yahoo股市；大立光 3008 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漲停｜7769 鴻勁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可能原因（新聞）：鴻勁(7769) 個股概覽 | 個股 - 股市 - CMoney；鴻勁9月/Q3營收創新高；Q4好光景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漲停｜2603 長榮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可能原因（新聞）：長榮(2603) 個股概覽 | 個股 - 股市 - CMoney；焦點股》長榮：法說釋佳音 爆量創波高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漲停｜6223 旺矽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可能原因（新聞）：旺矽(6223) 個股概覽 | 個股 - 股市 - CMoney；【09:50 即時新聞】旺矽(622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漲停｜6187 萬潤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可能原因（新聞）：萬潤(6187) 個股概覽 | 個股 - 股市 - CMoney；營收速報 - 萬潤(6187)9月營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可能原因（新聞）：台表科(6278) 今日股價與討論 - 股市爆料同學會 - CMoney；台表科(6278) 個股概覽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漲停｜4938 和碩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可能原因（新聞）：和碩(4938) 個股概覽 | 個股 - 股市 - CMoney；電子五哥9月營收「三增二減」！和碩「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漲停｜3605 宏致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可能原因（新聞）：宏致(3605) 個股概覽 | 個股 - 股市 - CMoney；【10:54 即時新聞】宏致(360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100%／穩健 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+4.7%），積極進攻 → 進攻籃 100%（已持續 38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100%、穩健籃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100%、穩健籃 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限制在 ETF 0%～0% 範圍內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897 萬，執行後佔總資產 57.8%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進攻籃買進：1560 中砂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0 萬，執行後佔總資產 26.4%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今日進攻籃佔比維持100%，穩健籃0%，原因是大盤強勢站上月線與季線，20日漲幅+4.7%，綠燈下積極進攻，進攻籃現買入中砂217股，因其綜合分數+0.70達門檻，預期一個月超額報酬+8.13%，創新高機率79.5%。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2617 台航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8114 振樺電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2897 王道銀行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3617 碩天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1210 大成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食品工業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2395 研華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-0.38%、距高點回撤 -2.32%、剩 33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57.9%（模型估計，不是保證）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62.5%（基準 64.0%）、平均每次 +0.77%（一直做多 +0.84%），沒有擇時優勢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1,297 點（停損距離）約虧損 518,800 元（總資產 5.2%），可考慮減碼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9</a:t>
            </a:r>
          </a:p>
        </p:txBody>
      </p:sp>
      <p:pic>
        <p:nvPicPr>
          <p:cNvPr id="5" name="Picture 4" descr="2026-10-13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41234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-0.38%（-2,400 元），主因為「個股特有因素」（-0.29%）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+1.23%（+8,083 元），主因為「個股特有因素」（+1.29%）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-0.38%（-1,804 元），主因為「個股特有因素」（-0.29%）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+0.68%（+5,738 元），主因為「個股特有因素」（+0.84%）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-2.27%（-40,975 元），主因為「大盤因素」（-1.79%）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+8.58%（+47,214 元），主因為「個股特有因素」（+9.20%）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-40,975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+8.58%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+15,710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852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台積電ADR因美光重挫近4%拖累納指而跌1.98%，外資提款522億導致資金避險債券ETF，費半連四黑再挫2.67%，台積電ADR連五跌，半導體類股分化，但南亞科第3季毛利率85.7%創新高，帶動個別股表現。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11</a:t>
            </a:r>
          </a:p>
        </p:txBody>
      </p:sp>
      <p:pic>
        <p:nvPicPr>
          <p:cNvPr id="5" name="Picture 4" descr="2026-10-13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持股中，聯茂、中砂、景碩等進攻籃股票雖有短期回檔，但模型排名仍在前段班，股價在月線之上，虧損未擴大，權重仍低於上限，建議續抱並可逢回加碼攤低成本；穩健籃方面，國票金、合庫金等已獲利持有，續抱預期一個月報酬正向，暫不需調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-38,016 元（-0.38%），已實現 -582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0.38%；只有正報酬才列入排名，補回虧損是第一優先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+4.95%（約 +493,467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+12.98%，創新高機率 65.5%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穩健籃最佳替換候選：00940 元大台灣價值高息，一個月預期報酬 +3.78%，收正報酬機率 71.8%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國票金（+18,617 元）：買進第 5 個交易日，未滿 10 個交易日不換股、不因分數小幅轉弱賣出（模型排名每天都會小幅變動，來回換股要付約 0.58% 成本）；跌破停損 15.43 才出場。提醒：已獲利 +2.87%，00940 元大台灣價值高息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遠東銀（-689 元）：買進第 5 個交易日，未滿 10 個交易日不換股、不因分數小幅轉弱賣出（模型排名每天都會小幅變動，來回換股要付約 0.58% 成本）；跌破停損 12.6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致茂（-285 元）：買進第 2 個交易日，未滿 10 個交易日不換股、不因分數小幅轉弱賣出（模型排名每天都會小幅變動，來回換股要付約 0.58% 成本）；跌破停損 2069.91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合庫金（+7,505 元）：買進第 5 個交易日，未滿 10 個交易日不換股、不因分數小幅轉弱賣出（模型排名每天都會小幅變動，來回換股要付約 0.58% 成本）；跌破停損 25.28 才出場。提醒：已獲利 +1.20%，00940 元大台灣價值高息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潤泰全（+19,151 元）：買進第 5 個交易日，未滿 10 個交易日不換股、不因分數小幅轉弱賣出（模型排名每天都會小幅變動，來回換股要付約 0.58% 成本）；跌破停損 55.39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帆宣（+24,212 元）：模型排名仍在全市場前 9%、股價在月線之上、虧損未擴大，權重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台橡（-1,027 元）：模型排名仍在全市場前 10%、股價在月線之上、虧損未擴大，權重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聯茂（+125,769 元）：模型排名仍在全市場前 7%、股價在月線之上、虧損未擴大，權重 12.7%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中砂（-11,719 元）：模型排名仍在全市場前 8%、股價在月線之上、虧損未擴大，權重 10.6%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景碩（-15,183 元）：模型排名仍在全市場前 7%、股價在月線之上、虧損未擴大，權重 17.7%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艾笛森（+8,775 元）：模型排名仍在全市場前 11%、股價在月線之上、虧損未擴大，權重 6.0%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地緣政治緊張推升國際油價約2%，對帆宣、聯茂等高beta股有輕度不利影響，但幅度有限，暫列觀察；美元指數上漲壓制黃金，對遠東銀等金融股影響約-0.12%，維持原決策；人民幣升值預期對台橡、致茂等有正向影響，金額約+0.46%至+0.6%，可作為加碼依據；美聯儲官員示警通膨難纏，對美10年債殖利率影響中性，無需調整；美股科技股承壓，費半連四黑再挫2.67%，對景碩、中砂等高敏感度股影響顯著，建議嚴守停損，暫停加碼；外資大幅提款台股，單日賣超1,477億元，對VIX相關股影響約-1.2~-1.3%，建議減碼一半觀察；台積電Q3營收衝破5千億，對標普500相關股有正向影響，對景碩、艾笛森等影響約+1.29%~+1.34%，支持續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中東地緣政治緊張推升國際油價，沙烏地機場遇襲導致油價上漲約2% → 西德州原油↑：預估 -18,321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美元指數上漲，COMEX黃金下跌0.6%，美元升值壓制貴金屬 → 黃金↓：預估 -20,504 元（-0.21%）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人民幣被高盛認為嚴重低估，預測一年內升至6.4元，市場低估其升值潛力 → 中國大型股ETF↑：預估 +6,645 元（+0.07%）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美聯儲官員哈馬克示警通膨難纏，主張及早小幅調整利率，暗示升息預期升溫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美股科技股承壓，費半連四黑再挫2.67%，台積電ADR連五跌，資金由科技轉向能源與防禦型類股 → 費城半導體↓：預估 -70,571 元（-0.71%）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外資大幅提款台股，單日外資賣超達1,477億元，顯示資金外流壓力 → VIX恐慌指數↑：預估 -61,880 元（-0.62%）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台積電Q3營收衝破5千億，再創單季新高，顯示半導體需求仍強 → 標普500↑：預估 +66,013 元（+0.66%）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歐洲股市銀行股領軍，道瓊歐洲600週一追高0.65%，西班牙大漲1.33% → 日經225↑：預估 +119,317 元（+1.20%）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國際事件：中東地緣政治緊張推升國際油價，沙烏地機場遇襲導致油價上漲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-9,370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國際事件：美元指數上漲，COMEX黃金下跌0.6%，美元升值壓制貴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-15,505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0.2148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國際事件：人民幣被高盛認為嚴重低估，預測一年內升至6.4元，市場低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17</a:t>
            </a:r>
          </a:p>
        </p:txBody>
      </p:sp>
      <p:pic>
        <p:nvPicPr>
          <p:cNvPr id="5" name="Picture 4" descr="2026-10-13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645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18</a:t>
            </a:r>
          </a:p>
        </p:txBody>
      </p:sp>
      <p:pic>
        <p:nvPicPr>
          <p:cNvPr id="5" name="Picture 4" descr="2026-10-13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19</a:t>
            </a:r>
          </a:p>
        </p:txBody>
      </p:sp>
      <p:pic>
        <p:nvPicPr>
          <p:cNvPr id="5" name="Picture 4" descr="2026-10-13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1344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張+523股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421,538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2305.0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張+217股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219,170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+ 523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1,048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+ 4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風險警示：重大負面新聞：致茂爆違約交割5859.5萬元（多來源）；先減碼一半，保留部位觀察後續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4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買進【進攻籃】1560 中砂｜0 張 + 217 股｜限價 1010.0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買進中砂217股，因其綜合分數+0.70達進攻籃門檻，一個月預期超額報酬+8.13%，創新高機率79.5%，風險預算允許此張數，停損設在925元。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+0.70 達門檻（+0.30）；一個月模型預期超額報酬排名全市場前 6%、創新高機率 79.5%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79.5%（全市場基準 18.3%，排名前 9%），預期超額報酬 +8.13%（排名前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-4.7%（52 週高 1060.0，現價 1010.0）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+40.9%、近 60 日 +49.6%，相對大盤 20 日 +36.2%、60 日 +39.4%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100% → 目標金額 8,965,785 元（已持有 5,539,626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9,961,984 元 × 每筆風險 1.5% × 信心係數 1.38（由綜合分數 +0.70 換算）= 205,653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84.57 與距 10 日低點 945.00 的距離 65.00 之較大者 = 84.57 元（進場 1010.00 → 停損 925.00 元，8.4%）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205,653 ÷ 84.57 = 2,432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1,425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480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217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1003.17 × (1 + 0.5%) = 1010.0，提高成交機率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取整後：217 股（零股），金額約 219,170 元，佔總資產 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+0.70 高，信心係數 1.38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79.5%，勝率高可多配置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1060.0 元（距現價 4.7%）即確認創新高，續抱讓獲利奔跑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925.00 元全數賣出 217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24</a:t>
            </a:r>
          </a:p>
        </p:txBody>
      </p:sp>
      <p:pic>
        <p:nvPicPr>
          <p:cNvPr id="5" name="Picture 4" descr="2026-10-13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50445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期貨戶轉入證券戶：85,440 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80.3%（建倉期至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80.0%（目標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11 檔＋本次建議 = 11 檔；執行後持有 11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73 筆＋本次建議 3 筆 = 76 筆；剩餘 33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131,502 元 / 上限 2,988,595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88.2% / 31.0%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2026-10-13　|　27</a:t>
            </a:r>
          </a:p>
        </p:txBody>
      </p:sp>
      <p:pic>
        <p:nvPicPr>
          <p:cNvPr id="5" name="Picture 4" descr="2026-10-13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