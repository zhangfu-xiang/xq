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2026-10-16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857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-14.31%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80.5%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微漲0.08%，標普500漲0.33%，費城半導體跌0.88%。美元兌台幣升0.26%至32.19，美10年債殖利率跌1.95%至5.09%。台股重挫1655點失守47K，外資單日賣超3025.55億元創歷史新高，匯市爆天量，資金轉向避險，市場恐慌升溫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台股開盤預估上看47067點，模型開高命中率81.9%，但預期盤中回落。外資大幅賣超導致恐慌情緒升溫，短期內台股可能持續承壓，需關注季線支撐是否守住。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-14.40%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383 股（零股），保留 767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45 張又 663 股（共 45,663 股），加碼後共 66 張又 191 股（共 66,191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59 張（59,000 股），加碼後共 62 張（62,000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5／警告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979.0）：依紀律全數出場 → 建議賣出 1 張又 639 股（共 1,639 股）（持有 1,639 股的 100%），限價 969.0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903.0）：依紀律全數出場 → 建議賣出 1 張又 91 股（共 1,091 股）（持有 1,091 股的 100%），限價 893.0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致茂：跌停（2025.0，跌停價 2025.0）：跌停鎖住時通常賣不出去；若跌停打開，依下列建議賣出 → 建議賣出 8 股（零股）（持有 8 股的 100%），限價 2025.0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欣興：距停損價 1046.11 只剩 2.8%，先掛好停損單 → 建議賣出 570 股（零股）（持有 570 股的 100%），限價 1070.0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821,840 元低於維持保證金 1,076,000 元（追繳）：權益數／維持保證金 = 76% → 今天內補足至原始保證金 1,402,000 元（約需轉入 580,160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潤泰全：負面新聞：潤泰全9月營收月增率-29.73%，年增率-64.02%；股價尚穩，先上調停損 → 停損上調至 57.98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帆宣：距停損價 599.23 只剩 2.3%，先掛好停損單 → 建議賣出 383 股（零股）（持有 1,150 股的 33%），限價 606.0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聯茂：單日重挫 -6.66%：先減碼三分之一，確認原因後再決定 → 建議賣出 333 股（零股）（持有 1,000 股的 33%），限價 791.0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9／跌停 43）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可能原因（新聞）：南亞前三季賺逾1股本！ 法人按讚喊買 目標價395元 - Yahoo股市；焦點股》南亞：6月EPS達2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跌停｜3711 日月光投控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可能原因（新聞）：三大法人買賣超 – 外資買超(3711)日月光投控、(2382)廣達，投信買超(2360)致茂、(18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跌停｜6669 緯穎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可能原因（新聞）：緯穎(6669)營收年增近100%卻跌停！基本面沒轉壞，市場為何先砍估值？ - 優分析UAnalyze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跌停｜6488 環球晶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可能原因（新聞）：6488 環球晶- SIC 基板邁向12 吋，台廠瞄準AI 電源、先進封裝與通訊商機- 股市爆料同學會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漲停｜6269 台郡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可能原因（新聞）：焦點股》台郡：輝達點名PTFE供應商！開盤跳空漲停一字鎖 - 自由財經；台郡(6269) 個股概覽 |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漲停｜3485 敘豐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可能原因（新聞）：台股大逃殺狂瀉1600點！盤中「7檔個股逆勢漲停」 軟性銅箔基板廠、鋼鐵線材廠紅通通 - Yahoo股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漲停｜2033 佳大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鋼鐵工業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可能原因（新聞）：【09:09 即時新聞】佳大(2033) 早盤走強鋼鐵股續為盤面焦點 - CMoney；【09:09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漲停｜3354 律勝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可能原因（新聞）：PCB紅通通！「這檔」PTFE布局有成攜銘旺科、律勝等6檔漲停 富喬、聯茂、鉅橡漲逾5% - Yaho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漲停｜6925 意藍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可能原因（新聞）：【09:13 即時新聞】意藍(6925) 盤中走強，AI數據服務題材獲關注 - CMoney；【10: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漲停｜4924 欣厚-KY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可能原因（新聞）：【11:21 即時新聞】欣厚-KY(4924)漲停走強，籌碼集中成盤中焦點 - CMoney；【09: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漲停｜2424 隴華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可能原因（新聞）：隴華、立碁10/16打入處置股 台達電等37檔列注意股 - 自由財經；盈餘：隴華(2424)股價遭警示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漲停｜8437 大地-KY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可能原因（新聞）：營收：大地-KY(8437)9月營收3660萬元，月增率134.04%，年增率47.48% - 富聯網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+2.1%、20 日 +2.4%） → 進攻籃 80%（已持續 1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1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578 萬，執行後佔總資產 67.4%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進攻籃買進：3591 艾笛森、2103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193 萬，執行後佔總資產 26.1%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與穩健籃維持75%與25%比例，因灰燈大盤中性（距季線+2.1%、20日+2.4%）原本應為進攻80%，但調整Agent偵測到1項失誤，使進攻籃扣5%至75%。進攻籃新買艾笛森與台橡，穩健籃持有遠東銀、合庫金等金融股，皆因股價在月線之上、模型排名尚可、未觸發停損而決策續抱或可加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6670 復盛應用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2520 冠德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3689 湧德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3312 弘憶股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-14.31%、距高點回撤 -15.98%、剩 30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65.6%（模型估計，不是保證）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64 次，命中率 65.6%（基準 63.8%），平均每次 +1.05%（已扣成本）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80 元，不再加碼；現有曝險是建議的 5.0 倍，若跌 1,448 點（停損距離）約虧損 579,200 元（總資產 6.8%），可考慮減碼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9</a:t>
            </a:r>
          </a:p>
        </p:txBody>
      </p:sp>
      <p:pic>
        <p:nvPicPr>
          <p:cNvPr id="5" name="Picture 4" descr="2026-10-16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+1.29%（+8,400 元），主因為「產業因素」（+4.10%）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國票金：今日平盤 +0.00%（+0 元），主因為「產業因素」（+4.62%）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元），主因為「產業因素」（+4.62%）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+0.17%（+717 元），主因為「個股特有因素」（+0.68%）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-6.76%（-116,369 元），主因為「大盤因素」（-6.09%）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-3.09%（-17,449 元），主因為「大盤因素」（-2.16%）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-116,369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-49,095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-49,450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-57,000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-62,700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重挫1655點，大盤貢獻約-3.41%，是今日多數股下跌的主因。金融類股如合庫金、國票金、遠東銀卻因產業因素貢獻正向（+4.10%、+4.62%、+4.62%）而逆勢上漲，顯示資金短暫轉向防禦性標的。半導體業如景碩、欣興則受大盤與費城半導體雙重打擊，跌幅超過-6%，顯示產業與大盤共同拖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11</a:t>
            </a:r>
          </a:p>
        </p:txBody>
      </p:sp>
      <p:pic>
        <p:nvPicPr>
          <p:cNvPr id="5" name="Picture 4" descr="2026-10-16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部位如帆宣、欣興、中砂、景碩等均觸發停損或接近停損，已依紀律出場或準備停損出場。未觸發停損且尚未滿10天的台橡、艾笛森等選擇續抱，因模型排名尚可、換股成本約0.58%較高，且停損距離尚遠，短期內不作調整。獲利部位如合庫金、國票金則續抱並觀察是否可加碼，因權重尚未達上限、股價在月線之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-1,431,293 元（-14.31%），已實現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16.70%；只有正報酬才列入排名，補回虧損是第一優先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+5.29%（約 +452,987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+12.59%，創新高機率 57.7%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+3.80%，收正報酬機率 77.1%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遠東銀（+10,133 元）：買進第 8 個交易日，未滿 10 個交易日不換股、不因分數小幅轉弱賣出（模型排名每天都會小幅變動，來回換股要付約 0.58% 成本）；跌破停損 12.6 才出場。提醒：已獲利 +2.17%，00692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合庫金（+32,705 元）：買進第 8 個交易日，未滿 10 個交易日不換股、不因分數小幅轉弱賣出（模型排名每天都會小幅變動，來回換股要付約 0.58% 成本）；跌破停損 25.28 才出場。提醒：已獲利 +5.21%，00692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【續抱並可加碼】2889 國票金（+30,742 元）：模型排名仍在全市場前 19%、股價在月線之上、虧損未擴大，權重 7.9%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潤泰全（+9,741 元）：買進第 8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台橡（-2,827 元）：買進第 5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致茂（-2,725 元）：收盤 2025.0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帆宣（-45,938 元）：買進第 8 個交易日，未滿 10 個交易日不換股、不因分數小幅轉弱賣出（模型排名每天都會小幅變動，來回換股要付約 0.58% 成本）；跌破停損 599.23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欣興（-60,810 元）：買進第 3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中砂（-125,274 元）：收盤 903.0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艾笛森（-41,519 元）：買進第 8 個交易日，未滿 10 個交易日不換股、不因分數小幅轉弱賣出（模型排名每天都會小幅變動，來回換股要付約 0.58% 成本）；跌破停損 25.11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合晶（-5,665 元）：買進第 3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景碩（-172,527 元）：收盤 979.0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聯茂（+71,965 元）：模型排名仍在全市場前 3%、股價在月線之上、虧損未擴大，權重 9.3%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美元兌台幣升值對景碩、欣興有正向影響，預估帶來+0.7%與+0.64%利益，支持續抱。美9月PPI年增6.3%升溫通膨預期，對美10年債殖利率為正向因素，但歷史相關性未達顯著，對持股影響有限。費城半導體下跌對景碩、中砂、帆宣等半導體相關股造成不利影響，景碩預估損失-1.54%，中砂-1.21%，帆宣-1.39%，需嚴守停損並暫停加碼。外資大賣超提升VIX恐慌指數，對景碩等高Beta股影響顯著，景碩預估損失-1.02%，帆宣-1.34%，需警籌碼轉弱。原油價格上漲對台橡有正向影響+0.45%，可作為加碼依據。中國貸款高於預期對帆宣、致茂、欣興有正向影響，帆宣預估+0.51%，致茂+0.64%，欣興+0.73%，支持續抱。標普500上漲對景碩、艾笛森、中砂等有正向影響，景碩預估+1.31%，艾笛森+0.43%，中砂+1.0%，可作為加碼依據。台幣成交爆天量貶值，對景碩、欣興同樣帶來+0.7%、+0.64%利益，與美元兌台幣因素方向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美元和美債殖利率下滑 金價反彈 → 美元兌台幣↓：預估 +15,154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美9月PPI月增1.3%、年增6.3%，創4年半來最快增幅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台積電ADR跌近2% AI大廠搶產能競爭白熱化 → 費城半導體↓：預估 -76,822 元（-0.90%）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外資賣超3025億破紀錄 血洗股匯 → VIX恐慌指數↑：預估 -64,158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美考慮對全球「影子艦隊」放寬制裁 布倫特原油價格持穩 → 西德州原油↑：預估 -15,141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中國9月新增人民幣貸款高於預期 分析：刺激措施可能發揮作用 → 中國大型股ETF↑：預估 +9,861 元（+0.12%）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華爾街資金轉向獲利品質佳、財務穩健企業，巴菲特「無聊投資」重新受青睞 → 標普500↑：預估 +67,603 元（+0.79%）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台幣成交爆天量 衝上91億美元 貶1.92角 → 美元兌台幣↓：預估 +15,154 元（+0.18%）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國際事件：美元和美債殖利率下滑 金價反彈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0.0844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-2.1631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+11,232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-0.7619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-1.2192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-0.8838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-1.9777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+3,922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國際事件：美9月PPI月增1.3%、年增6.3%，創4年半來最快增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國際事件：台積電ADR跌近2% AI大廠搶產能競爭白熱化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-24,711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-11,921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-13,603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17</a:t>
            </a:r>
          </a:p>
        </p:txBody>
      </p:sp>
      <p:pic>
        <p:nvPicPr>
          <p:cNvPr id="5" name="Picture 4" descr="2026-10-16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692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18</a:t>
            </a:r>
          </a:p>
        </p:txBody>
      </p:sp>
      <p:pic>
        <p:nvPicPr>
          <p:cNvPr id="5" name="Picture 4" descr="2026-10-16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19</a:t>
            </a:r>
          </a:p>
        </p:txBody>
      </p:sp>
      <p:pic>
        <p:nvPicPr>
          <p:cNvPr id="5" name="Picture 4" descr="2026-10-16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122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36,630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266,067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張+383股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234,779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1,604,581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985,173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2000.0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 張+663股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1,221,485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1,693,300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-7.56%：先減碼三分之一，確認原因後再決定；法人近 5 日賣超 19,681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-6.66%：先減碼三分之一，確認原因後再決定；列為處置股（連續三次及當日沖銷標準，115/10/08～115/10/19）：改為分盤撮合、可能需預收款，流動性變差，減碼三分之一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帆宣｜0 張 + 383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599.23 只剩 2.3%，先掛好停損單；負面新聞：帆宣董事會決議發行國內第六次無擔保可轉換公司債，上限40億元；股價偏弱，減碼三分之一；單日重挫 -6.55%：先減碼三分之一，確認原因後再決定；法人近 5 日賣超 655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767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1046.11 只剩 2.8%，先掛好停損單；重大負面新聞：欣興楊梅廠爆死亡工安！員工遭機台夾傷送醫不治 桃市勞檢處勒令部分停工（多來源）；股價已跌破月線，全數出場；單日重挫 -9.28%：先減碼三分之一，確認原因後再決定；法人近 5 日賣超 6,452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979.00 元 ≤ 停損價 999.00 元（成本 1084.26 元，損益 -9.71%）；同時風險警示：已跌破停損價 999.0（目前 979.0）：依紀律全數出場；單日重挫 -6.76%：先減碼三分之一，確認原因後再決定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903.00 元 ≤ 停損價 936.69 元（成本 1017.82 元，損益 -11.28%）；同時風險警示：已跌破停損價 936.69（目前 903.0）：依紀律全數出場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2025.00 元 ≤ 停損價 2069.91 元（成本 2365.62 元，損益 -14.40%）；同時風險警示：跌停（2025.0，跌停價 2025.0）：跌停鎖住時通常賣不出去；若跌停打開，依下列建議賣出；已跌破停損價 2069.91（目前 2025.0）：依紀律全數出場；重大負面新聞：致茂爆5859.5萬違約交割（多來源）；股價已跌破月線，全數出場；法人近 5 日賣超 2,222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艾笛森｜45 張 + 663 股｜限價 26.75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進攻籃買進艾笛森45,663股，因綜合分數+0.46達門檻、一個月預期超額報酬排名前4%，目標補足進攻籃持股。停損設24.05元，若跌破則全數賣出；訊號轉弱時先減碼一半。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+0.46 達門檻（+0.30）；一個月模型預期超額報酬排名全市場前 4%、創新高機率 42.8%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42.8%（全市場基準 18.0%，排名前 20%），預期超額報酬 +7.51%（排名前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-20.1%（52 週高 33.34，現價 26.65）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+5.3%、近 60 日 -8.4%，相對大盤 20 日 +2.9%、60 日 -11.1%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5,783,878 元（已持有 2,859,571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8,568,707 元 × 每筆風險 1.2% × 信心係數 1.08（由綜合分數 +0.46 換算）= 110,793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3.01 與距 10 日低點 26.40 的距離 0.35 之較大者，但不超過進場價 10%（2.68） = 2.68 元（進場 26.75 → 停損 24.05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110,793 ÷ 2.68 = 41,418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4,246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26.61 × (1 + 0.5%) = 26.75，提高成交機率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取整後：45 張又 663 股（共 45,663 股），金額約 1,221,485 元，佔總資產 14.3%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+0.46 高，信心係數 1.08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42.8%，勝率普通故保守配置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20.1%）即確認創新高，續抱讓獲利奔跑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24.05 元全數賣出 45 張又 663 股（共 45,663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台橡｜59 張｜限價 28.7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進攻籃買進台橡59,000股，因綜合分數+0.30達門檻、一個月預期超額報酬排名前36%，目標補足進攻籃持股。停損設26.45元，若跌破則全數賣出；訊號轉弱時先減碼一半。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+0.30 達門檻（+0.30）；一個月模型預期超額報酬排名全市場前 36%、創新高機率 49.1%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49.1%（全市場基準 18.0%，排名前 16%），預期超額報酬 +3.35%（排名前 36%）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-10.6%（52 週高 32.0，現價 28.6）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+12.4%、近 60 日 +24.1%，相對大盤 20 日 +10.0%、60 日 +13.4%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5,783,878 元（已持有 2,859,571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8,568,707 元 × 每筆風險 1.2% × 信心係數 0.88（由綜合分數 +0.30 換算）= 90,228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2.21 與距 10 日低點 27.70 的距離 1.00 之較大者 = 2.21 元（進場 28.70 → 停損 26.45 元，7.7%）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90,228 ÷ 2.21 = 40,748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18,583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59,000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28.55 × (1 + 0.5%) = 28.7，提高成交機率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取整後：59 張（59,000 股），金額約 1,693,300 元，佔總資產 19.8%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330 股只有 9,471 元，低於 14,035 元會被最低手續費 20 元拉高費率（約 0.21%），所以不買零股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【少買】綜合分數 +0.30 普通，信心係數 0.88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49.1%，勝率普通故保守配置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10.6%）即確認創新高，續抱讓獲利奔跑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26.45 元全數賣出 59 張（59,000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30</a:t>
            </a:r>
          </a:p>
        </p:txBody>
      </p:sp>
      <p:pic>
        <p:nvPicPr>
          <p:cNvPr id="5" name="Picture 4" descr="2026-10-16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158" y="1097280"/>
            <a:ext cx="622337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79.1%（建倉期至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80.5%（目標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9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9 筆 = 92 筆；剩餘 30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1,015,980 元 / 上限 2,570,612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-14.31%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87.9% / 30.1%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2026-10-16　|　33</a:t>
            </a:r>
          </a:p>
        </p:txBody>
      </p:sp>
      <p:pic>
        <p:nvPicPr>
          <p:cNvPr id="5" name="Picture 4" descr="2026-10-16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