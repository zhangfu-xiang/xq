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開盤前更新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2026-10-05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989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-1.09%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94.6%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+0.68%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美股隔夜科技股反彈，費城半導體漲2.4%，那斯達克漲1.19%，標普500漲0.73%，美元兌台幣微升0.06%，台股開盤漲99.21點，盤中強勢上漲逾1200點，加權指數創歷史新高49770.66點，台積電領軍高價股帶動多頭氣勢。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台股今日開盤預估續強，模型開高命中率達80.0%，預期盤中維持多頭格局，但需留意國際貿易不確定性及匯率波動。（08:20 更新：那斯達克期貨 31030.25，-0.10%）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57,624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57 張又 624 股（共 57,624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35,251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35 張又 251 股（共 35,251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14,345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14 張又 345 股（共 14,345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187 股（零股），加碼後共 1 張又 213 股（共 1,213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161 股（零股），加碼後共 1 張又 732 股（共 1,732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6 張又 208 股（共 6,208 股），加碼後共 26 張又 736 股（共 26,736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41 股（共 1,041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-4.91%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0／警告 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【提醒】2845 遠東銀：距停損價 12.5 只剩 2.4%，先掛好停損單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【提醒】2889 國票金：法人近 5 日賣超 16,642 張，籌碼轉弱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【提醒】2915 潤泰全：距停損價 55.38 只剩 2.7%，先掛好停損單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【提醒】5880 合庫金：距停損價 25.19 只剩 2.8%，先掛好停損單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【提醒】6196 帆宣：漲停（679.0）：強勢續抱，依停利規則分批出場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【提醒】6213 聯茂：漲停（751.0）：強勢續抱，依停利規則分批出場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【提醒】1303 南亞：盤中已漲停（286.0）：追價風險高、可能買不到 → 不追價，維持原限價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【提醒】6213 聯茂：盤中已漲停（751.0）：追價風險高、可能買不到 → 不追價，維持原限價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24／跌停 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跌停｜6949 沛爾生醫*-創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創新板股票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可能原因（新聞）：沛爾生醫*-創 更正本公司115年第二季合併財務報告部分內容 - CMoney；盤中速報 - 沛爾生醫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漲停｜4958 臻鼎-KY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可能原因（新聞）：臻鼎-KY(4958) 今日股價與討論 - 股市爆料同學會 - CMoney；三大法人買賣超 – 外資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漲停｜2492 華新科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可能原因（新聞）：被動元件紅通通！華新科連2燈、國巨飆一個半月新高 分析師這樣看 - Yahoo股市；華新科(2492)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漲停｜8150 南茂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可能原因（新聞）：歐系外資調升南茂目標 SiPh 光學凸塊業務有望貢獻明年營收 - 經濟日報；南茂(8150)千張大戶與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漲停｜6442 光聖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可能原因（新聞）：【11:20 即時新聞】光聖(6442)股價走強聚焦AI光通訊動能 - CMoney投資網誌；光聖(6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漲停｜8021 尖點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可能原因（新聞）：尖點(8021) 個股概覽 | 個股 - 股市 - CMoney；盤中速報 - 尖點(8021)股價拉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漲停｜1727 中華化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可能原因（新聞）：利多出盡？中華化結親合資新公司不漲反重挫8% 台塑漲2% - Yahoo股市；中華化(1727) 個股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漲停｜3673 TPK-KY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可能原因（新聞）：TPK-KY(3673) 個股概覽 | 個股 - 股市 - CMoney；玻璃基板題材升溫！TPK-K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漲停｜1709 和益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可能原因（新聞）：和益(1709) 今日股價與討論 - 股市爆料同學會 - CMoney；搶進半導體材料市場！「老牌化學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58%／穩健 32%／ETF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基準配置：進攻籃 60%、穩健籃 40%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大盤健康上漲 → 進攻 +5%：站上季線 +6.7%、20 日漲幅 +5.0%，且模型無重大失誤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65%、穩健籃 35%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59%、穩健籃 32%、ETF 籃 10%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15%（分散個股風險、證交稅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大盤健康上漲 → ETF −5%，資金優先給個股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10%（佔股票＋ETF 目標持股；基準 15%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521 萬，執行後佔總資產 52.7%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進攻籃買進：1303 南亞、3189 景碩、3591 艾笛森、6213 聯茂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280 萬，執行後佔總資產 31.5%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穩健籃買進：2886 兆豐金、2880 華南金、2890 永豐金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89 萬，執行後佔總資產 10.0%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籃買進：00731 復華富時高息低波、0050 元大台灣50、00757 統一FANG+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目標持股58%，穩健籃佔32%，ETF籃佔10%。進攻籃買入南亞、景碩、艾笛森、聯茂等高成長股，穩健籃買入兆豐金、華南金、永豐金等金融股，ETF籃買入復華富時高息低波、元大台灣50、統一FANG+，以分散風險並配合大盤健康上漲的環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2886 兆豐金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00882 中信中國高股息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2880 華南金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00961 FT臺灣永續高息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2890 永豐金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00757 統一FANG+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0056 元大高股息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期貨與選擇權：做多 微型臺指期貨 7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204"/>
                <a:gridCol w="2577465"/>
                <a:gridCol w="937260"/>
                <a:gridCol w="1405890"/>
                <a:gridCol w="1405890"/>
                <a:gridCol w="1640204"/>
                <a:gridCol w="1640204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合約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口數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保證金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最大損失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做多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TMF202610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49,953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48,603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245,350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94,500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期貨與選擇權判斷：做多 微型臺指期貨 7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這筆不是預測優勢，而是放大對大盤的曝險，用來加快補回虧損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依據：2024-01-23～2026-09-24 樣本外每 5 日一直做多 127 次，勝率 60.6%、平均 +0.77%（已扣成本）；這段期間大盤偏多，空頭時會同樣放大虧損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風控條件：加權指數在季線上（+9.25%）才加碼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-1.09%、距高點回撤 -1.09%、剩 38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59.7%（模型估計，不是保證）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60.6%（基準 63.9%）、平均每次 +0.85%（一直做多 +0.77%），沒有擇時優勢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0 次，少於 20 次，證據不足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為何今日會漲／會跌（2026-10-02）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10</a:t>
            </a:r>
          </a:p>
        </p:txBody>
      </p:sp>
      <p:pic>
        <p:nvPicPr>
          <p:cNvPr id="5" name="Picture 4" descr="2026-10-05_開盤前更新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24486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1560 中砂：今日上漲 +1.50%（+15,615 元），主因為「個股特有因素」（+1.67%）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遠東銀：今日下跌 -1.53%（-7,214 元），主因為「個股特有因素」（-1.16%）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國票金：今日下跌 -0.31%（-2,881 元），主因為「產業因素」（-0.39%）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潤泰全：今日下跌 -1.37%（-11,476 元），主因為「個股特有因素」（-1.41%）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景碩：今日上漲 +3.96%（+41,040 元），主因為「個股特有因素」（+2.66%）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艾笛森：今日上漲 +5.20%（+28,739 元），主因為「個股特有因素」（+4.07%）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+15,615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+1.67%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-2,881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-11,476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+41,040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+28,739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+5,288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+6.39%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+64,411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1206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股今日強勢上漲，主要受美股科技股反彈及降息預期激勵，台積電領軍帶動多頭氣勢。個股方面，南亞受惠電子材料持續升級爆量漲停，景碩受半導體業景氣提升帶動，艾笛森受光電業需求增加推升，聯茂則受電子零組件業放量及法人連續買超支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12</a:t>
            </a:r>
          </a:p>
        </p:txBody>
      </p:sp>
      <p:pic>
        <p:nvPicPr>
          <p:cNvPr id="5" name="Picture 4" descr="2026-10-05_開盤前更新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持倉中，遠東銀、國票金、潤泰全、合庫金因穩健籃未實現損益較小或已盈餘，決策換股為00939統一台灣高息動能，以提高預期報酬及收正報酬機率；進攻籃中砂、景碩、艾笛森、帆宣、聯茂均決策續抱並可加碼，因模型排名仍在前列、股價在月線之上、虧損未擴大，適合逢回加碼攤低成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-108,995 元（-1.09%），已實現 +0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1.10%；只有正報酬才列入排名，補回虧損是第一優先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+5.84%（約 +577,639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進攻籃最佳替換候選：3066 李洲，一個月預期報酬 +17.79%，創新高機率 80.5%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穩健籃最佳替換候選：00939 統一台灣高息動能，一個月預期報酬 +5.00%，收正報酬機率 80.6%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【續抱並可加碼】1560 中砂（-1,506 元）：模型排名仍在全市場前 6%、股價在月線之上、虧損未擴大，權重 10.7%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【換股】2845 遠東銀（-2,470 元）：00939 統一台灣高息動能 扣除換股成本後的預期報酬比續抱高 3.84%（門檻 1.5%），且收正報酬機率不低於原標的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【換股】2889 國票金（+1,563 元）：00939 統一台灣高息動能 扣除換股成本後的預期報酬比續抱高 3.41%（門檻 1.5%），且收正報酬機率不低於原標的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【換股】2915 潤泰全（+262 元）：00939 統一台灣高息動能 扣除換股成本後的預期報酬比續抱高 2.39%（門檻 1.5%），且收正報酬機率不低於原標的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景碩（-1,535 元）：模型排名仍在全市場前 1%、股價在月線之上、虧損未擴大，權重 10.9%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【續抱並可加碼】3591 艾笛森（-7,611 元）：模型排名仍在全市場前 5%、股價在月線之上、虧損未擴大，權重 5.9%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【換股】5880 合庫金（-1,314 元）：00939 統一台灣高息動能 扣除換股成本後的預期報酬比續抱高 4.12%（門檻 1.5%），且收正報酬機率不低於原標的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【續抱並可加碼】6196 帆宣（-31,925 元）：模型排名仍在全市場前 9%、股價在月線之上、虧損未擴大，權重 6.2% 仍低於上限，可逢回加碼攤低成本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【續抱】6213 聯茂（-64,459 元）：模型預期仍為正，未觸及停損，換股的預期效益不足以支付換股成本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歐元重挫引發美元走強，對台幣匯率影響中性，歷史相關性未達顯著；英國擬對中國電動車課徵最高45%關稅，對VIX恐慌指數敏感度高的帆宣及聯茂有不利影響，建議嚴守停損暫停加碼；美原油價格下跌對景碩、艾笛森、帆宣、聯茂有利，支持續抱；美國非農就業降溫壓抑金價，對景碩、帆宣有輕度不利影響，維持原決策；美股科技股走強對台股正向，尤其帶動景碩、聯茂等高Beta股，支持續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歐元兌美元重挫至17個月新低，美元走強引發全球匯市波動 → 美元兌台幣↑：預估 -7,433 元（-0.08%）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英國擬對中國電動車課徵最高45%進口關稅，以回應歐盟核心訴求 → VIX恐慌指數↑：預估 -51,176 元（-0.52%）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G7釋出最多1億桶緊急石油與柴油儲備，川普宣布不禁柴油出口 → 西德州原油↓：預估 +15,509 元（+0.16%）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美國9月非農僅增2.9萬人，薪資增3%，美元反彈與美債殖利率高企壓抑金價 → 黃金↓：預估 -13,145 元（-0.13%）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日銀副總裁表示AI熱潮可能使金融環境轉趨寬鬆，但警告預期獲利未能實現將面臨回檔風險 → VIX恐慌指數↓：預估 +51,176 元（+0.52%）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OPEC+不增產、沙國突降亞洲油價，折價創逾6年最大，油價跌破102美元 → 西德州原油↓：預估 +15,509 元（+0.16%）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美股道瓊上漲0.49%，S&amp;P500上漲0.73%，Nasdaq上漲1.19%再創歷史新高，費城半導體上漲 → 費城半導體↑：預估 +55,261 元（+0.56%）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台積電領軍高價股強攻，加權指數創高逼近50000點，新台幣升破31.8元關卡 → 美元兌台幣↓：預估 +7,433 元（+0.08%）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國際事件：歐元兌美元重挫至17個月新低，美元走強引發全球匯市波動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-0.7419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-7,433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0.0443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-1.2035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國際事件：英國擬對中國電動車課徵最高45%進口關稅，以回應歐盟核心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-10,460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-1,763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-10,665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-1,751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-7,910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605.07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-12,769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597.0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國際事件：G7釋出最多1億桶緊急石油與柴油儲備，川普宣布不禁柴油出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-0.2097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+7,726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18</a:t>
            </a:r>
          </a:p>
        </p:txBody>
      </p:sp>
      <p:pic>
        <p:nvPicPr>
          <p:cNvPr id="5" name="Picture 4" descr="2026-10-05_開盤前更新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641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20.9%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19</a:t>
            </a:r>
          </a:p>
        </p:txBody>
      </p:sp>
      <p:pic>
        <p:nvPicPr>
          <p:cNvPr id="5" name="Picture 4" descr="2026-10-05_開盤前更新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20</a:t>
            </a:r>
          </a:p>
        </p:txBody>
      </p:sp>
      <p:pic>
        <p:nvPicPr>
          <p:cNvPr id="5" name="Picture 4" descr="2026-10-05_開盤前更新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57606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12.75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465,316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 張+624股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927,746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 張+345股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824,838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 張+251股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921,814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穩健｜2886 兆豐金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 張+538股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48.8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46.25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1,246,254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穩健｜2880 華南金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 張+818股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1,246,246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穩健｜2890 永豐金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 張+162股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41.45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623,128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張+898股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281,541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進攻｜0050 元大台灣50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張+136股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112.8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107.8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353,741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進攻｜00757 統一FANG+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張+455股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139.05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353,766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張+211股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322,126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張+187股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201,960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 張+208股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179,411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張+161股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106,904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換股：00939 統一台灣高息動能 扣除換股成本後的預期報酬比續抱高 3.84%（門檻 1.5%），且收正報酬機率不低於原標的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465,316 元，依分數重新配置到同一籃的買進候選（最佳替換標的 00939 統一台灣高息動能，實際買進股數受單一標的與產業上限約束，見買進明細）；部分換股會讓兩檔都表現平庸，因此一次換完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國票金｜57 張 + 624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換股：00939 統一台灣高息動能 扣除換股成本後的預期報酬比續抱高 3.41%（門檻 1.5%），且收正報酬機率不低於原標的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57 張又 624 股（共 57,624 股），回收資金約 927,746 元，依分數重新配置到同一籃的買進候選（最佳替換標的 00939 統一台灣高息動能，實際買進股數受單一標的與產業上限約束，見買進明細）；部分換股會讓兩檔都表現平庸，因此一次換完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潤泰全｜14 張 + 345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換股：00939 統一台灣高息動能 扣除換股成本後的預期報酬比續抱高 2.39%（門檻 1.5%），且收正報酬機率不低於原標的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14 張又 345 股（共 14,345 股），回收資金約 824,838 元，依分數重新配置到同一籃的買進候選（最佳替換標的 00939 統一台灣高息動能，實際買進股數受單一標的與產業上限約束，見買進明細）；部分換股會讓兩檔都表現平庸，因此一次換完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5880 合庫金｜35 張 + 251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換股：00939 統一台灣高息動能 扣除換股成本後的預期報酬比續抱高 4.12%（門檻 1.5%），且收正報酬機率不低於原標的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35 張又 251 股（共 35,251 股），回收資金約 921,814 元，依分數重新配置到同一籃的買進候選（最佳替換標的 00939 統一台灣高息動能，實際買進股數受單一標的與產業上限約束，見買進明細）；部分換股會讓兩檔都表現平庸，因此一次換完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買進【穩健籃】2886 兆豐金｜25 張 + 538 股｜限價 48.8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+0.83 達門檻（+0.20）；一個月收正報酬機率 70.0%、預期最大回檔 -3.9%，且未過熱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70.0%（全市場基準 54.2%），預期最大回檔 -3.9%（回檔幅度排名全市場最小的前 10%）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-0.09（大盤漲跌 1% 時約變動 -0.09%），日波動 1.54%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位置：股價相對月線 -3.1%、RSI14 = 44.4，未過熱、不追高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32% → 目標金額 2,804,100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9,891,005 元 × 每筆風險 1.5% × 信心係數 1.50（由穩健分數 +0.83 換算）= 222,548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2.52 與距 10 日低點 48.35 的距離 0.45 之較大者 = 2.52 元（進場 48.80 → 停損 46.25 元，5.2%）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222,548 ÷ 2.52 = 88,262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40,537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14,999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48.97 與前一日收盤 48.849998474121094 的較低者 = 48.8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取整後：25 張又 538 股（共 25,538 股），金額約 1,246,254 元，佔總資產 12.6%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+0.83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【多買】日均波動（ATR）2.6%，波動溫和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70.0%，可提高「正報酬晉級」機率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-3.9%，下檔有限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46.25 元全數賣出 25 張又 538 股（共 25,538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51.7 元（+6%）賣出 8 張又 511 股（共 8,511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54.6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買進【穩健籃】2880 華南金｜27 張 + 818 股｜限價 44.8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+0.70 達門檻（+0.20）；一個月收正報酬機率 71.9%、預期最大回檔 -4.4%，且未過熱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71.9%（全市場基準 54.2%），預期最大回檔 -4.4%（回檔幅度排名全市場最小的前 13%）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0.01（大盤漲跌 1% 時約變動 0.01%），日波動 1.31%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位置：股價相對月線 -1.8%、RSI14 = 52.1，未過熱、不追高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32% → 目標金額 2,804,100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9,891,005 元 × 每筆風險 1.5% × 信心係數 1.38（由穩健分數 +0.70 換算）= 204,373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2.38 與距 10 日低點 44.00 的距離 0.80 之較大者 = 2.38 元（進場 44.80 → 停損 42.40 元，5.3%）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204,373 ÷ 2.38 = 85,922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44,156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16,338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45.03 與前一日收盤 44.849998474121094 的較低者 = 44.8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取整後：27 張又 818 股（共 27,818 股），金額約 1,246,246 元，佔總資產 12.6%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+0.70 高，信心係數 1.38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【多買】日均波動（ATR）2.7%，波動溫和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71.9%，可提高「正報酬晉級」機率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-4.4%，下檔有限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42.40 元全數賣出 27 張又 818 股（共 27,818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47.45 元（+6%）賣出 9 張又 271 股（共 9,271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50.1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買進【穩健籃】2890 永豐金｜14 張 + 162 股｜限價 44.0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+0.67 達門檻（+0.20）；一個月收正報酬機率 73.6%、預期最大回檔 -4.5%，且未過熱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73.6%（全市場基準 54.2%），預期最大回檔 -4.5%（回檔幅度排名全市場最小的前 15%）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0.24（大盤漲跌 1% 時約變動 0.24%），日波動 1.38%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位置：股價相對月線 -0.4%、RSI14 = 55.4，未過熱、不追高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32% → 目標金額 2,804,100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9,891,005 元 × 每筆風險 1.5% × 信心係數 1.34（由穩健分數 +0.67 換算）= 198,995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2.52 與距 10 日低點 43.05 的距離 0.95 之較大者 = 2.52 元（進場 44.00 → 停損 41.45 元，5.7%）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198,995 ÷ 2.52 = 78,921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受「產業上限 50%（金融保險）」限制，下修至 22,480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8,317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44.24 與前一日收盤 44.04999923706055 的較低者 = 44.0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取整後：14 張又 162 股（共 14,162 股），金額約 623,128 元，佔總資產 6.3%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+0.67 高，信心係數 1.34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【多買】日均波動（ATR）2.9%，波動溫和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73.6%，可提高「正報酬晉級」機率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-4.5%，下檔有限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+49.5%，基本面支撐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41.45 元全數賣出 14 張又 162 股（共 14,162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46.6 元（+6%）賣出 4 張又 720 股（共 4,720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49.25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買進【ETF籃】00731 復華富時高息低波｜2 張 + 898 股｜限價 97.15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籃】高股息型 ETF，ETF 分數 +1.00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73.4%（全市場基準 20.9%，排名前 11%），預期超額報酬 +4.27%（排名前 30%）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-2.7%（52 週高 100.2，現價 97.5），正處於創高區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+1.1%、近 60 日 +10.3%，相對大盤 20 日 -1.9%、60 日 +6.4%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890,190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9,891,005 元 × 每筆風險 1.5% × 信心係數 1.50（由ETF 分數 +1.00 換算）= 222,548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2.26 與距 10 日低點 96.65 的距離 0.50 之較大者 = 2.26 元（進場 97.15 → 停損 94.85 元，2.3%）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222,548 ÷ 2.26 = 98,597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608 張 × 2%）」限制，下修至 12,154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9,256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97.58 與前一日收盤 97.1500015258789 的較低者 = 97.15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898 股（共 2,898 股），金額約 281,541 元，佔總資產 2.8%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+1.00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【多買】日均波動（ATR）1.2%，波動溫和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79.1%，可提高「正報酬晉級」機率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-1.6%，下檔有限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94.85 元全數賣出 2 張又 898 股（共 2,898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102.95 元（+6%）賣出 965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108.8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買進【ETF籃】0050 元大台灣50｜3 張 + 136 股｜限價 112.8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籃】市值型型 ETF，ETF 分數 +0.97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92.8%（全市場基準 20.9%，排名前 3%），預期超額報酬 +2.17%（排名前 56%）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-0.8%（52 週高 113.75，現價 112.9），正處於創高區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+4.1%、近 60 日 +4.3%，相對大盤 20 日 +1.1%、60 日 +0.4%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890,190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9,891,005 元 × 每筆風險 1.5% × 信心係數 1.50（由ETF 分數 +0.97 換算）= 222,548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3.04 與距 10 日低點 107.85 的距離 4.95 之較大者 = 4.95 元（進場 112.80 → 停損 107.80 元，4.4%）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222,548 ÷ 4.95 = 44,959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受「ETF籃單檔上限 15%」限制，下修至 13,153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10,017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114.24 與前一日收盤 112.80000305175781 的較低者 = 112.8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136 股（共 3,136 股），金額約 353,741 元，佔總資產 3.6%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+0.97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76.6%，可提高「正報酬晉級」機率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-2.8%，下檔有限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【少買】已達ETF籃單檔上限，分散風險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107.80 元全數賣出 3 張又 136 股（共 3,136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119.55 元（+6%）賣出 1 張又 45 股（共 1,045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126.3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買進【ETF籃】00757 統一FANG+｜2 張 + 455 股｜限價 144.1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籃】其他型 ETF，ETF 分數 +0.96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96.8%（全市場基準 20.9%，排名前 1%），預期超額報酬 +2.32%（排名前 54%）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+0.0%（52 週高 145.35，現價 145.35），正處於創高區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+4.4%、近 60 日 +12.0%，相對大盤 20 日 +1.4%、60 日 +8.1%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890,190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9,891,005 元 × 每筆風險 1.5% × 信心係數 1.50（由ETF 分數 +0.96 換算）= 222,548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2.90 與距 10 日低點 139.05 的距離 5.05 之較大者 = 5.05 元（進場 144.10 → 停損 139.05 元，3.5%）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222,548 ÷ 5.05 = 44,069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受「ETF籃單檔上限 15%」限制，下修至 10,296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7,841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145.71 與前一日收盤 144.10000610351562 的較低者 = 144.1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455 股（共 2,455 股），金額約 353,766 元，佔總資產 3.6%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+0.96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73.3%，可提高「正報酬晉級」機率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-2.8%，下檔有限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【少買】已達ETF籃單檔上限，分散風險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139.05 元全數賣出 2 張又 455 股（共 2,455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152.7 元（+6%）賣出 818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161.35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買進【進攻籃】1303 南亞｜1 張 + 211 股｜限價 266.0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買進南亞，因其受惠電子材料持續升級爆量漲停，基本面月營收年增46.8%，模型預期超額報酬+8.24%，創新高機率92.4%，買1張211股，停損239元，目標突破52週高點265元。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+0.86 達門檻（+0.30）；一個月模型預期超額報酬排名全市場前 8%、創新高機率 92.4%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92.4%（全市場基準 20.9%，排名前 4%），預期超額報酬 +8.24%（排名前 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-1.9%（52 週高 265.0，現價 260.0），正處於創高區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+9.5%、近 60 日 +56.2%，相對大盤 20 日 +4.5%、60 日 +49.6%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58% → 目標金額 5,207,614 元（已持有 4,405,850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9,891,005 元 × 每筆風險 1.5% × 信心係數 1.50（由綜合分數 +0.86 換算）= 222,548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26.71 與距 10 日低點 223.00 的距離 43.00 之較大者，但不超過進場價 10%（26.60） = 26.60 元（進場 266.00 → 停損 239.00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222,548 ÷ 26.60 = 8,366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7,155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264.33 × (1 + 0.5%) = 266.0，提高成交機率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211 股（共 1,211 股），金額約 322,126 元，佔總資產 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+0.86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92.4%，勝率高可多配置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+46.8%，基本面支撐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【少買】日均波動（ATR）5.1%，波動大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265.0 元（距現價 1.9%）即確認創新高，續抱讓獲利奔跑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239.00 元全數賣出 1 張又 211 股（共 1,211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292.5 元（+10%）賣出 403 股（零股），停損上移至成本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買進【進攻籃】3189 景碩｜0 張 + 187 股｜限價 1080.0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加碼景碩，因其半導體業景氣提升，月營收年增40.6%，模型預期超額報酬+14.57%，創新高機率95.2%，貼價買187股，停損972元，目標突破52週高點1070元。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+0.82 達門檻（+0.30）；一個月模型預期超額報酬排名全市場前 1%、創新高機率 95.2%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95.2%（全市場基準 20.9%，排名前 2%），預期超額報酬 +14.57%（排名前 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-1.9%（52 週高 1070.0，現價 1050.0），正處於創高區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+24.0%、近 60 日 +52.8%，相對大盤 20 日 +19.0%、60 日 +46.2%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58% → 目標金額 5,207,614 元（已持有 4,405,850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9,891,005 元 × 每筆風險 1.5% × 信心係數 1.50（由綜合分數 +0.82 換算）= 222,548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97.71 與距 10 日低點 785.00 的距離 295.00 之較大者，但不超過進場價 10%（108.00） = 108.00 元（進場 1080.00 → 停損 972.00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222,548 ÷ 108.00 = 2,061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受「進攻籃單檔上限 25%」限制，下修至 1,292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1,105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1071.17 × (1 + 0.5%) = 1080.0，提高成交機率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取整後：187 股（零股），金額約 201,960 元，佔總資產 2.0%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+0.82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7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95.2%，勝率高可多配置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+40.6%，基本面支撐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【少買】日均波動（ATR）4.7%，波動大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【少買】已達進攻籃單檔上限，分散風險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1070.0 元（距現價 1.9%）即確認創新高，續抱讓獲利奔跑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972.00 元全數賣出 187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1185.0 元（+10%）賣出 62 股（零股），停損上移至成本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買進【進攻籃】3591 艾笛森｜6 張 + 208 股｜限價 28.9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加碼艾笛森，因其光電業需求增加，月營收年增40.6%，模型預期超額報酬+16.58%，創新高機率79.5%，買6張208股，停損26元，目標突破52週高點33.34元。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+0.80 達門檻（+0.30）；一個月模型預期超額報酬排名全市場前 0%、創新高機率 79.5%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79.5%（全市場基準 20.9%，排名前 9%），預期超額報酬 +16.58%（排名前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-15.1%（52 週高 33.34，現價 28.3）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+18.6%、近 60 日 -4.0%，相對大盤 20 日 +10.3%、60 日 -12.8%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58% → 目標金額 5,207,614 元（已持有 4,405,850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9,891,005 元 × 每筆風險 1.5% × 信心係數 1.49（由綜合分數 +0.80 換算）= 221,620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3.42 與距 10 日低點 23.30 的距離 5.60 之較大者，但不超過進場價 10%（2.89） = 2.89 元（進場 28.90 → 停損 26.00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221,620 ÷ 2.89 = 76,685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2,143 張 × 2%）」限制，下修至 42,866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36,657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28.75 × (1 + 0.5%) = 28.9，提高成交機率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取整後：6 張又 208 股（共 6,208 股），金額約 179,411 元，佔總資產 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+0.80 高，信心係數 1.49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4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79.5%，勝率高可多配置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+40.6%，基本面支撐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【少買】日均波動（ATR）6.0%，波動大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33.34 元（距現價 15.1%）即確認創新高，續抱讓獲利奔跑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26.00 元全數賣出 6 張又 208 股（共 6,208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31.75 元（+10%）賣出 2 張又 69 股（共 2,069 股），停損上移至成本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買進【進攻籃】6213 聯茂｜0 張 + 161 股｜限價 664.0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加碼聯茂，因其電子零組件業放量及法人連續買超7日，月營收年增97.9%，模型預期超額報酬+12.51%，創新高機率94.0%，貼價買161股，停損597元，目標突破52週高點700元。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+0.77 達門檻（+0.30）；一個月模型預期超額報酬排名全市場前 2%、創新高機率 94.0%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94.0%（全市場基準 20.9%，排名前 3%），預期超額報酬 +12.51%（排名前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-2.4%（52 週高 700.0，現價 683.0），正處於創高區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+27.4%、近 60 日 +80.2%，相對大盤 20 日 +22.4%、60 日 +73.6%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58% → 目標金額 5,207,614 元（已持有 4,405,850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9,891,005 元 × 每筆風險 1.5% × 信心係數 1.47（由綜合分數 +0.77 換算）= 217,540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75.86 與距 10 日低點 495.00 的距離 169.00 之較大者，但不超過進場價 10%（66.40） = 66.40 元（進場 664.00 → 停損 597.00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217,540 ÷ 66.40 = 3,276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受「進攻籃單檔上限 25%」限制，下修至 2,108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1,803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161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76.3 &gt; 75 偏熱，不追價：限價設在前一日收盤 683.0 − 0.5×ATR 37.93 = 664.0，等回檔才買（可能當日不成交）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取整後：161 股（零股），金額約 106,904 元，佔總資產 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+0.77 高，信心係數 1.47 ≥ 1 放大部位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94.0%，勝率高可多配置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+97.9%，基本面支撐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【少買】日均波動（ATR）5.6%，波動大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【少買】已達進攻籃單檔上限，分散風險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76.3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700.0 元（距現價 2.4%）即確認創新高，續抱讓獲利奔跑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597.00 元全數賣出 161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730.0 元（+10%）賣出 53 股（零股），停損上移至成本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36</a:t>
            </a:r>
          </a:p>
        </p:txBody>
      </p:sp>
      <p:pic>
        <p:nvPicPr>
          <p:cNvPr id="5" name="Picture 4" descr="2026-10-05_開盤前更新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07335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期貨戶轉入證券戶：1,386,625 元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37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76.3%（建倉期至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94.6%（目標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9 檔＋本次建議 = 16 檔；執行後持有 12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9 筆＋本次建議 14 筆 = 23 筆；剩餘 38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64,142 元 / 上限 2,967,301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-1.09%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2026-10-05　|　38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82.6% / 31.1%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