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2026-10-14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967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-3.29%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78.0%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期貨微跌0.01%，費城半導體下跌0.23%，美元兌台幣升值0.69%，台股今日盤中曾大漲逾700點重返49000點，但尾盤遭外資大幅賣超，最終收漲284點，顯示多空拉鋒激烈，市場在高檔震盪中反覆測試5萬點關卡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今日台股開盤預測微幅上揚0.02%，盤中震盪為主，模型開盤命中率81.5%，建議以觀望為主，待外資賣壓是否緩和再判斷後市走勢。（注意：盤後版使用的美股資料為前一晚收盤，明早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+17.74%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285 股（零股），保留 285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4 股（零股），保留 4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158 股（零股），加碼後共 1 張又 308 股（共 1,308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2／警告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致茂：重大負面新聞：致茂爆違約交割5859.5萬元（多來源）；先減碼一半，保留部位觀察後續 → 建議賣出 4 股（零股）（持有 8 股的 50%），限價 2225.0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欣興：重大負面新聞：欣興楊梅爆工安停工急發重訊 今跌1.7%市值一天蒸發360億元（多來源）；先減碼一半，保留部位觀察後續 → 建議賣出 285 股（零股）（持有 570 股的 50%），限價 1170.0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潤泰全：負面新聞：營收：潤泰全(2915)9月營收1億1084萬元，月增率-29.73%，年增率-64.02%；股價尚穩，先上調停損 → 停損上調至 57.86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帆宣：負面新聞：帆宣董事會決議發行國內第六次無擔保可轉換公司債，上限40億元；股價尚穩，先上調停損 → 停損上調至 626.64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333 股（零股）（持有 1,000 股的 33%），限價 847.0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帆宣：負面新聞：帆宣董事會決議發行國內第六次無擔保可轉換公司債，上限40億元 → 減半買進（79 股（零股））或等回測支撐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【警告】10 檔跌停：集中在：電子零組件業 2 檔、通信網路業 1 檔、電機機械 1 檔 → 同產業持股留意連動下跌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【提醒】1560 中砂：距停損價 936.69 只剩 1.2%，先掛好停損單 → 續抱，持續觀察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37／跌停 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跌停｜2383 台光電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可能原因（新聞）：銅箔基板也撐不住...聯茂、台光電慘吞跌停 分析師看法曝 - Yahoo股市；台光電(2383)、聯茂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跌停｜2455 全新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可能原因（新聞）：全新（2455）是什麼概念股？光通訊成長如何變成獲利 - 口袋證券；熱門股》漲價題材加持 全新帶量強攻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跌停｜3167 大量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可能原因（新聞）：訂單滿載＋機鑽與量測雙引擎爆發 法人看好這家PCB設備廠潛在漲幅逾4成 - 工商時報；3167 大量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跌停｜6672 騰輝電子-KY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可能原因（新聞）：騰輝電子-KY等5檔10/12起打入處置 長榮、南俊國際等47檔列注意股 - 自由財經；【12:32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可能原因（新聞）：3406 玉晶光- 【最新消息】光學鏡片買盤升溫，「3檔概念股」同步轉強！ - 股市爆料同學會 - C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漲停｜6505 台塑化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油電燃氣業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可能原因（新聞）：焦點股》台塑化：大牛動了 目標價喊125元 - 自由財經；台塑四寶第三季獲利出爐！南亞今年來賺逾1股本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漲停｜4979 華星光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華星光(4979)9月營收5.75億元年增率高達97.78％｜新聞快訊｜豐雲學堂 - 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漲停｜8042 金山電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可能原因（新聞）：【10:26 即時新聞】金山電(8042)盤中勁揚逾8% 被動元件族群續強領漲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漲停｜6217 中探針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可能原因（新聞）：【11:02 即時新聞】中探針(6217)股價走強，盤面聚焦AI伺服器高頻端子題材 - CMoney投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漲停｜6290 良維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可能原因（新聞）：【09:54 即時新聞】良維(6290)亮燈漲停，AI與CSP題材買盤拉抬 - CMoney投資網誌；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漲停｜6834 天二科技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可能原因（新聞）：【11:40 即時新聞】天二科技(6834)勁揚逾6% 帶量走強鎖定營收創高動能 - CMoney；【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漲停｜1312 國喬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可能原因（新聞）：【09:04 即時新聞】國喬(1312)亮燈漲停，法人與主力買盤成盤中焦點 - CMoney投資網誌；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100%／穩健 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+5.3%），積極進攻 → 進攻籃 100%（已持續 41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100%、穩健籃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100%、穩健籃 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限制在 ETF 0%～0% 範圍內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870 萬，執行後佔總資產 61.2%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進攻籃買進：6196 帆宣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0 萬，執行後佔總資產 23.2%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100%，穩健籃0%，維持綠燈強勢下的積極進攻策略，進攻籃買入帆宣158股，因其綜合分數+0.69達門檻、一個月模型預期超額報酬排名全市場前11%、創新高機率79.7%，同時賣出聯茂333股、欣興285股、致茂4股，以控制單檔風險並應對重大負面新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2520 冠德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6177 達麗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2897 王道銀行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1608 華榮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4766 南寶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00919 群益台灣精選高息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2504 國產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-3.29%、距高點回撤 -5.17%、剩 32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64 次，命中率 67.2%（基準 63.9%），平均每次 +1.04%（已扣成本）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1,313 點（停損距離）約虧損 525,200 元（總資產 5.4%），可考慮減碼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9</a:t>
            </a:r>
          </a:p>
        </p:txBody>
      </p:sp>
      <p:pic>
        <p:nvPicPr>
          <p:cNvPr id="5" name="Picture 4" descr="2026-10-14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-0.18%（-1,200 元），主因為「產業因素」（-0.32%）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國票金：今日平盤 +0.00%（+0 元），主因為「產業因素」（-0.32%）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元），主因為「個股特有因素」（+0.92%）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+1.03%（+4,304 元），主因為「個股特有因素」（+0.94%）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+0.96%（+16,390 元），主因為「大盤因素」（+1.05%）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-0.36%（-2,053 元），主因為「個股特有因素」（-2.02%）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+16,390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-2,182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+2,850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茂今日大漲7.67%，主要受個股特有因素驅動，剩餘貢獻+4.73%，新聞顯示原料瓶頸解除、CCL漲價效益延續；帆宣上漲2.34%，個股特有因素貢獻+0.90%，動能方面近20日+28.4%；欣興上漲0.42%，但個股特有因素為-2.72%，主要受大盤因素拉升；致茂今日上漲2.27%，主要受大盤因素貢獻+0.86%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11</a:t>
            </a:r>
          </a:p>
        </p:txBody>
      </p:sp>
      <p:pic>
        <p:nvPicPr>
          <p:cNvPr id="5" name="Picture 4" descr="2026-10-14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中中砂虧損-6.86%，決策續抱，因持有未滿10天不換股，需上漲7.37%才能回本，模型預期一個月報酬+3.83%；艾笛森虧損-4.09%，決策續抱並可加碼，因模型排名仍在前9%，權重5.8%低於上限，需上漲4.26%回本；景碩虧損-3.16%，決策續抱並可加碼，需上漲3.26%回本；遠東銀、國票金、合庫金、潤泰全均為獲利狀態，決策皆為續抱，以穩定獲利並等待機會再加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-328,503 元（-3.29%），已實現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3.40%；只有正報酬才列入排名，補回虧損是第一優先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+5.42%（約 +524,405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+14.32%，創新高機率 71.5%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+5.05%，收正報酬機率 78.4%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遠東銀（+8,329 元）：買進第 6 個交易日，未滿 10 個交易日不換股、不因分數小幅轉弱賣出（模型排名每天都會小幅變動，來回換股要付約 0.58% 成本）；跌破停損 12.6 才出場。提醒：已獲利 +1.78%，00692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國票金（+30,742 元）：買進第 6 個交易日，未滿 10 個交易日不換股、不因分數小幅轉弱賣出（模型排名每天都會小幅變動，來回換股要付約 0.58% 成本）；跌破停損 15.43 才出場。提醒：已獲利 +4.74%，00692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合庫金（+24,305 元）：買進第 6 個交易日，未滿 10 個交易日不換股、不因分數小幅轉弱賣出（模型排名每天都會小幅變動，來回換股要付約 0.58% 成本）；跌破停損 25.28 才出場。提醒：已獲利 +3.87%，00692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潤泰全（+9,023 元）：買進第 6 個交易日，未滿 10 個交易日不換股、不因分數小幅轉弱賣出（模型排名每天都會小幅變動，來回換股要付約 0.58% 成本）；跌破停損 55.39 才出場。提醒：已獲利 +2.19%，00692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【續抱】1560 中砂（-76,179 元）：買進第 6 個交易日，未滿 10 個交易日不換股、不因分數小幅轉弱賣出（模型排名每天都會小幅變動，來回換股要付約 0.58% 成本）；跌破停損 936.69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致茂（-925 元）：買進第 3 個交易日，未滿 10 個交易日不換股、不因分數小幅轉弱賣出（模型排名每天都會小幅變動，來回換股要付約 0.58% 成本）；跌破停損 2069.91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合晶（+3,335 元）：買進第 1 個交易日，未滿 10 個交易日不換股、不因分數小幅轉弱賣出（模型排名每天都會小幅變動，來回換股要付約 0.58% 成本）；跌破停損 97.31 才出場。提醒：已獲利 +2.88%，1617 榮星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台橡（+1,223 元）：模型排名仍在全市場前 14%、股價在月線之上、虧損未擴大，權重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帆宣（+3,512 元）：模型排名仍在全市場前 10%、股價在月線之上、虧損未擴大，權重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【續抱並可加碼】3037 欣興（+1,890 元）：模型排名仍在全市場前 19%、股價在月線之上、虧損未擴大，權重 7.0%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聯茂（+128,965 元）：模型排名仍在全市場前 1%、股價在月線之上、虧損未擴大，權重 8.9%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艾笛森（-24,070 元）：模型排名仍在全市場前 9%、股價在月線之上、虧損未擴大，權重 5.8%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景碩（-56,158 元）：模型排名仍在全市場前 5%、股價在月線之上、虧損未擴大，權重 17.8%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歐洲央行委員表示通膨過高可能不得不再升息，對美國10年債殖利率構成中期上壓，歷史相關性未達顯著標準，對持倉無直接影響；散戶單週淨買入美股91億美元創近15年新高，資金聚焦AI相關股票，對費城半導體產生正向影響，景碩、帆宣、聯茂等受惠，總影響約+0.83%淨資產價值；中國9月出口成長強勁，貿易順差接近9400億美元，對中國大型股ETF產生正向影響，帆宣、欣興受惠，總影響約+0.11%淨資產價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歐洲央行委員表示通膨過高可能不得不再升息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美銀調查顯示基金經理人認為10年期美債殖利率需升至5.9%才會引發棄股買債潮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散戶單週淨買入美股91億美元創近15年新高，資金聚焦AI相關股票與ETF → 費城半導體↑：預估 +80,465 元（+0.83%）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川普宣布格陵蘭將啟動大規模油氣礦產探勘 → 西德州原油↑：預估 -15,893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伊朗加強荷姆茲海峽商船襲擊，欲藉封鎖海峽推升油價影響美國期中選舉 → 西德州原油↑：預估 -15,893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新加坡Q3經濟成長5.4%超預期，全年展望維持4.5%至5.5% → VIX恐慌指數↓：預估 +66,560 元（+0.69%）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中國9月出口成長強勁，前九個月貿易順差接近9400億美元 → 中國大型股ETF↑：預估 +10,209 元（+0.11%）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中國9月出口躍增36.3%，貿易順差達1335億美元 → 中國大型股ETF↑：預估 +10,209 元（+0.11%）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國際事件：歐洲央行委員表示通膨過高可能不得不再升息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國際事件：美銀調查顯示基金經理人認為10年期美債殖利率需升至5.9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國際事件：散戶單週淨買入美股91億美元創近15年新高，資金聚焦AI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+25,642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+12,308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+10,101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0.6164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0.7539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+14,657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17</a:t>
            </a:r>
          </a:p>
        </p:txBody>
      </p:sp>
      <p:pic>
        <p:nvPicPr>
          <p:cNvPr id="5" name="Picture 4" descr="2026-10-14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676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18</a:t>
            </a:r>
          </a:p>
        </p:txBody>
      </p:sp>
      <p:pic>
        <p:nvPicPr>
          <p:cNvPr id="5" name="Picture 4" descr="2026-10-14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19</a:t>
            </a:r>
          </a:p>
        </p:txBody>
      </p:sp>
      <p:pic>
        <p:nvPicPr>
          <p:cNvPr id="5" name="Picture 4" descr="2026-10-14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296689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285,048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張+285股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337,725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張+158股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+ 285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風險警示：重大負面新聞：欣興楊梅爆工安停工急發重訊 今跌1.7%市值一天蒸發360億元（多來源）；先減碼一半，保留部位觀察後續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285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+ 4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風險警示：重大負面新聞：致茂爆違約交割5859.5萬元（多來源）；先減碼一半，保留部位觀察後續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4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買進【進攻籃】6196 帆宣｜0 張 + 158 股｜限價 661.0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買入帆宣158股，因其綜合分數+0.69達門檻、一個月模型預期超額報酬排名全市場前11%、創新高機率79.7%，停損設在594元，目標為突破52週高點684元。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+0.69 達門檻（+0.30）；一個月模型預期超額報酬排名全市場前 11%、創新高機率 79.7%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79.7%（全市場基準 18.1%，排名前 9%），預期超額報酬 +5.91%（排名前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-4.1%（52 週高 684.0，現價 656.0）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+28.4%、近 60 日 +21.0%，相對大盤 20 日 +23.1%、60 日 +7.1%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100% → 目標金額 8,704,348 元（已持有 5,814,438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9,671,497 元 × 每筆風險 1.5% × 信心係數 1.37（由綜合分數 +0.69 換算）= 198,568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58.71 與距 10 日低點 551.00 的距離 110.00 之較大者，但不超過進場價 10%（66.10） = 66.10 元（進場 661.00 → 停損 594.00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198,568 ÷ 66.10 = 3,004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2,517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1,327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158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657.69 × (1 + 0.5%) = 661.0，提高成交機率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取整後：158 股（零股），金額約 104,438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+0.69 高，信心係數 1.37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79.7%，勝率高可多配置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+88.5%，基本面支撐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【少買】日均波動（ATR）4.5%，波動大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684.0 元（距現價 4.1%）即確認創新高，續抱讓獲利奔跑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594.00 元全數賣出 158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25</a:t>
            </a:r>
          </a:p>
        </p:txBody>
      </p:sp>
      <p:pic>
        <p:nvPicPr>
          <p:cNvPr id="5" name="Picture 4" descr="2026-10-14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410" y="1097280"/>
            <a:ext cx="659887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79.8%（建倉期至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78.0%（目標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4 筆 = 87 筆；剩餘 32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62,663 元 / 上限 2,901,449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-3.29%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86.5%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2026-10-14　|　28</a:t>
            </a:r>
          </a:p>
        </p:txBody>
      </p:sp>
      <p:pic>
        <p:nvPicPr>
          <p:cNvPr id="5" name="Picture 4" descr="2026-10-14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