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7606A"/>
                </a:solidFill>
                <a:latin typeface="Microsoft JhengHei"/>
                <a:ea typeface="Microsoft JhengHei"/>
              </a:rPr>
              <a:t>台股投資競賽 盤後檢討與隔日預掛單 2026-10-14　|　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Microsoft JhengHei"/>
                <a:ea typeface="Microsoft JhengHei"/>
              </a:rPr>
              <a:t>盤後檢討與隔日預掛單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C9D6E8"/>
                </a:solidFill>
                <a:latin typeface="Microsoft JhengHei"/>
                <a:ea typeface="Microsoft JhengHei"/>
              </a:rPr>
              <a:t>2026-10-14　|　2026 德明X富達投資擂台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A5F"/>
                </a:solidFill>
                <a:latin typeface="Microsoft JhengHei"/>
                <a:ea typeface="Microsoft JhengHei"/>
              </a:rPr>
              <a:t>今日重點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7606A"/>
                </a:solidFill>
                <a:latin typeface="Microsoft JhengHei"/>
                <a:ea typeface="Microsoft JhengHei"/>
              </a:rPr>
              <a:t>台股投資競賽 盤後檢討與隔日預掛單 2026-10-14　|　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2647873" cy="146304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71600"/>
            <a:ext cx="2373553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57606A"/>
                </a:solidFill>
                <a:latin typeface="Microsoft JhengHei"/>
                <a:ea typeface="Microsoft JhengHei"/>
              </a:rPr>
              <a:t>總資產</a:t>
            </a:r>
          </a:p>
          <a:p>
            <a:r>
              <a:rPr sz="3000" b="1">
                <a:solidFill>
                  <a:srgbClr val="1F2328"/>
                </a:solidFill>
                <a:latin typeface="Microsoft JhengHei"/>
                <a:ea typeface="Microsoft JhengHei"/>
              </a:rPr>
              <a:t>957 萬</a:t>
            </a:r>
          </a:p>
        </p:txBody>
      </p:sp>
      <p:sp>
        <p:nvSpPr>
          <p:cNvPr id="7" name="Rectangle 6"/>
          <p:cNvSpPr/>
          <p:nvPr/>
        </p:nvSpPr>
        <p:spPr>
          <a:xfrm>
            <a:off x="3333673" y="1280160"/>
            <a:ext cx="2647873" cy="146304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0833" y="1371600"/>
            <a:ext cx="2373553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57606A"/>
                </a:solidFill>
                <a:latin typeface="Microsoft JhengHei"/>
                <a:ea typeface="Microsoft JhengHei"/>
              </a:rPr>
              <a:t>累積報酬</a:t>
            </a:r>
          </a:p>
          <a:p>
            <a:r>
              <a:rPr sz="3000" b="1">
                <a:solidFill>
                  <a:srgbClr val="2E8B57"/>
                </a:solidFill>
                <a:latin typeface="Microsoft JhengHei"/>
                <a:ea typeface="Microsoft JhengHei"/>
              </a:rPr>
              <a:t>-4.34%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0147" y="1280160"/>
            <a:ext cx="2647873" cy="146304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47307" y="1371600"/>
            <a:ext cx="2373553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57606A"/>
                </a:solidFill>
                <a:latin typeface="Microsoft JhengHei"/>
                <a:ea typeface="Microsoft JhengHei"/>
              </a:rPr>
              <a:t>執行後持股率</a:t>
            </a:r>
          </a:p>
          <a:p>
            <a:r>
              <a:rPr sz="3000" b="1">
                <a:solidFill>
                  <a:srgbClr val="1F2328"/>
                </a:solidFill>
                <a:latin typeface="Microsoft JhengHei"/>
                <a:ea typeface="Microsoft JhengHei"/>
              </a:rPr>
              <a:t>80.7%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86621" y="1280160"/>
            <a:ext cx="2647873" cy="146304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23781" y="1371600"/>
            <a:ext cx="2373553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57606A"/>
                </a:solidFill>
                <a:latin typeface="Microsoft JhengHei"/>
                <a:ea typeface="Microsoft JhengHei"/>
              </a:rPr>
              <a:t>大盤預測開盤</a:t>
            </a:r>
          </a:p>
          <a:p>
            <a:r>
              <a:rPr sz="3000" b="1">
                <a:solidFill>
                  <a:srgbClr val="C8423B"/>
                </a:solidFill>
                <a:latin typeface="Microsoft JhengHei"/>
                <a:ea typeface="Microsoft JhengHei"/>
              </a:rPr>
              <a:t>+0.02%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10896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1F2328"/>
                </a:solidFill>
                <a:latin typeface="Microsoft JhengHei"/>
                <a:ea typeface="Microsoft JhengHei"/>
              </a:rPr>
              <a:t>• 美股隔夜顯示分化，那斯達克與標普500小幅下跌，費城半導體指數亦微跌，但蘋果、微軟、Meta等科技巨頭收高，台幣兌美元貶值0.69%，原油上漲0.47%，金價微跌0.18%，VIX恐慌指數下跌0.39%，美10年債殖利率回落0.44%。</a:t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1F2328"/>
                </a:solidFill>
                <a:latin typeface="Microsoft JhengHei"/>
                <a:ea typeface="Microsoft JhengHei"/>
              </a:rPr>
              <a:t>• 台股今日開盤預測微漲0.02%，盤中預期震盪，模型 gap 命中率為81.3%，顯示開盤方向預測具備可信度，但 intraday 命中率僅64.1%，後市仍需謹慎。（注意：盤後版使用的美股資料為前一晚收盤，明早 07:00 盤前報告會以最新美股重新計算）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A5F"/>
                </a:solidFill>
                <a:latin typeface="Microsoft JhengHei"/>
                <a:ea typeface="Microsoft JhengHei"/>
              </a:rPr>
              <a:t>庫存怎麼處理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7606A"/>
                </a:solidFill>
                <a:latin typeface="Microsoft JhengHei"/>
                <a:ea typeface="Microsoft JhengHei"/>
              </a:rPr>
              <a:t>台股投資競賽 盤後檢討與隔日預掛單 2026-10-14　|　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17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2297"/>
                <a:gridCol w="1201148"/>
                <a:gridCol w="1091953"/>
                <a:gridCol w="1091953"/>
                <a:gridCol w="4367813"/>
                <a:gridCol w="1091953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標的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持股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損益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建議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數量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限價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3037 欣興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570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E8B57"/>
                          </a:solidFill>
                          <a:latin typeface="Microsoft JhengHei"/>
                          <a:ea typeface="Microsoft JhengHei"/>
                        </a:rPr>
                        <a:t>-0.14%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減碼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賣出 285 股（零股），保留 285 股（零股）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1170.0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2360 致茂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E8B57"/>
                          </a:solidFill>
                          <a:latin typeface="Microsoft JhengHei"/>
                          <a:ea typeface="Microsoft JhengHei"/>
                        </a:rPr>
                        <a:t>-7.00%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減碼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賣出 4 股（零股），保留 4 股（零股）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2225.0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6196 帆宣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1,150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E8B57"/>
                          </a:solidFill>
                          <a:latin typeface="Microsoft JhengHei"/>
                          <a:ea typeface="Microsoft JhengHei"/>
                        </a:rPr>
                        <a:t>-1.83%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加碼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加買 162 股（零股），加碼後共 1 張又 312 股（共 1,312 股）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646.0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3189 景碩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1,639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E8B57"/>
                          </a:solidFill>
                          <a:latin typeface="Microsoft JhengHei"/>
                          <a:ea typeface="Microsoft JhengHei"/>
                        </a:rPr>
                        <a:t>-4.08%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續抱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維持 1 張又 639 股（共 1,639 股）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1560 中砂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1,091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E8B57"/>
                          </a:solidFill>
                          <a:latin typeface="Microsoft JhengHei"/>
                          <a:ea typeface="Microsoft JhengHei"/>
                        </a:rPr>
                        <a:t>-6.66%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續抱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維持 1 張又 91 股（共 1,091 股）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—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6213 聯茂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8423B"/>
                          </a:solidFill>
                          <a:latin typeface="Microsoft JhengHei"/>
                          <a:ea typeface="Microsoft JhengHei"/>
                        </a:rPr>
                        <a:t>+9.35%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續抱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維持 1 張（1,000 股）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2889 國票金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40,416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8423B"/>
                          </a:solidFill>
                          <a:latin typeface="Microsoft JhengHei"/>
                          <a:ea typeface="Microsoft JhengHei"/>
                        </a:rPr>
                        <a:t>+4.74%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續抱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維持 40 張又 416 股（共 40,416 股）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—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5880 合庫金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24,000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8423B"/>
                          </a:solidFill>
                          <a:latin typeface="Microsoft JhengHei"/>
                          <a:ea typeface="Microsoft JhengHei"/>
                        </a:rPr>
                        <a:t>+4.07%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續抱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維持 24 張（24,000 股）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3591 艾笛森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20,528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E8B57"/>
                          </a:solidFill>
                          <a:latin typeface="Microsoft JhengHei"/>
                          <a:ea typeface="Microsoft JhengHei"/>
                        </a:rPr>
                        <a:t>-3.74%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續抱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維持 20 張又 528 股（共 20,528 股）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—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2845 遠東銀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36,071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8423B"/>
                          </a:solidFill>
                          <a:latin typeface="Microsoft JhengHei"/>
                          <a:ea typeface="Microsoft JhengHei"/>
                        </a:rPr>
                        <a:t>+1.39%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續抱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維持 36 張又 71 股（共 36,071 股）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2915 潤泰全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7,173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8423B"/>
                          </a:solidFill>
                          <a:latin typeface="Microsoft JhengHei"/>
                          <a:ea typeface="Microsoft JhengHei"/>
                        </a:rPr>
                        <a:t>+1.14%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續抱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維持 7 張又 173 股（共 7,173 股）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—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6182 合晶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8423B"/>
                          </a:solidFill>
                          <a:latin typeface="Microsoft JhengHei"/>
                          <a:ea typeface="Microsoft JhengHei"/>
                        </a:rPr>
                        <a:t>+0.29%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續抱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維持 1 張（1,000 股）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2103 台橡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3,000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E8B57"/>
                          </a:solidFill>
                          <a:latin typeface="Microsoft JhengHei"/>
                          <a:ea typeface="Microsoft JhengHei"/>
                        </a:rPr>
                        <a:t>-3.02%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續抱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維持 3 張（3,000 股）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—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A5F"/>
                </a:solidFill>
                <a:latin typeface="Microsoft JhengHei"/>
                <a:ea typeface="Microsoft JhengHei"/>
              </a:rPr>
              <a:t>警示提醒（嚴重 2／警告 4）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7606A"/>
                </a:solidFill>
                <a:latin typeface="Microsoft JhengHei"/>
                <a:ea typeface="Microsoft JhengHei"/>
              </a:rPr>
              <a:t>台股投資競賽 盤後檢討與隔日預掛單 2026-10-14　|　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328"/>
                </a:solidFill>
                <a:latin typeface="Microsoft JhengHei"/>
                <a:ea typeface="Microsoft JhengHei"/>
              </a:rPr>
              <a:t>【嚴重】2360 致茂：重大負面新聞：致茂爆違約交割5859.5萬元（多來源）；先減碼一半，保留部位觀察後續 → 建議賣出 4 股（零股）（持有 8 股的 50%），限價 2225.0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F2328"/>
                </a:solidFill>
                <a:latin typeface="Microsoft JhengHei"/>
                <a:ea typeface="Microsoft JhengHei"/>
              </a:rPr>
              <a:t>【嚴重】3037 欣興：重大負面新聞：欣興楊梅爆工安停工急發重訊 今跌1.7%市值一天蒸發360億元（多來源）；先減碼一半，保留部位觀察後續 → 建議賣出 285 股（零股）（持有 570 股的 50%），限價 1170.0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F2328"/>
                </a:solidFill>
                <a:latin typeface="Microsoft JhengHei"/>
                <a:ea typeface="Microsoft JhengHei"/>
              </a:rPr>
              <a:t>【警告】2915 潤泰全：負面新聞：營收：潤泰全(2915)9月營收1億1084萬元，月增率-29.73%，年增率-64.02%；股價尚穩，先上調停損 → 停損上調至 57.84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F2328"/>
                </a:solidFill>
                <a:latin typeface="Microsoft JhengHei"/>
                <a:ea typeface="Microsoft JhengHei"/>
              </a:rPr>
              <a:t>【警告】6196 帆宣：負面新聞：帆宣董事會決議發行國內第六次無擔保可轉換公司債，上限40億元；股價尚穩，先上調停損 → 停損上調至 628.0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F2328"/>
                </a:solidFill>
                <a:latin typeface="Microsoft JhengHei"/>
                <a:ea typeface="Microsoft JhengHei"/>
              </a:rPr>
              <a:t>【警告】6196 帆宣：負面新聞：帆宣董事會決議發行國內第六次無擔保可轉換公司債，上限40億元 → 減半買進（81 股（零股））或等回測支撐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F2328"/>
                </a:solidFill>
                <a:latin typeface="Microsoft JhengHei"/>
                <a:ea typeface="Microsoft JhengHei"/>
              </a:rPr>
              <a:t>【警告】16 檔跌停：集中在：通信網路業 3 檔、電子零組件業 2 檔、鋼鐵工業 2 檔 → 同產業持股留意連動下跌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F2328"/>
                </a:solidFill>
                <a:latin typeface="Microsoft JhengHei"/>
                <a:ea typeface="Microsoft JhengHei"/>
              </a:rPr>
              <a:t>【提醒】1560 中砂：距停損價 936.69 只剩 1.2%，先掛好停損單 → 續抱，持續觀察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F2328"/>
                </a:solidFill>
                <a:latin typeface="Microsoft JhengHei"/>
                <a:ea typeface="Microsoft JhengHei"/>
              </a:rPr>
              <a:t>【提醒】光電業 5 檔漲停：同產業集體漲停：玉晶光、中揚光、奇偶、雷笛克光學、保勝光學 → 題材發酵中，但不追漲停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A5F"/>
                </a:solidFill>
                <a:latin typeface="Microsoft JhengHei"/>
                <a:ea typeface="Microsoft JhengHei"/>
              </a:rPr>
              <a:t>今日漲跌停與原因（漲停 24／跌停 16）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7606A"/>
                </a:solidFill>
                <a:latin typeface="Microsoft JhengHei"/>
                <a:ea typeface="Microsoft JhengHei"/>
              </a:rPr>
              <a:t>台股投資競賽 盤後檢討與隔日預掛單 2026-10-14　|　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19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7465"/>
                <a:gridCol w="1640204"/>
                <a:gridCol w="702945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標的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產業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可能原因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跌停｜2383 台光電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電子零組件業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可能原因（新聞）：銅箔基板也撐不住...聯茂、台光電慘吞跌停 分析師看法曝 - Yahoo股市；盤中速報 - 台光電(2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跌停｜3081 聯亞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通信網路業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可能原因（新聞）：3081 聯亞- 開盤不到一小時、爆量跌停? - 股市爆料同學會 - CMoney；光通訊淪重災區！聯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跌停｜2455 全新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通信網路業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可能原因（新聞）：全新（2455）是什麼概念股？光通訊成長如何變成獲利 - 口袋證券；熱門股》漲價題材加持 全新帶量強攻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跌停｜3167 大量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電機機械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可能原因（新聞）：訂單滿載＋機鑽與量測雙引擎爆發 法人看好這家PCB設備廠潛在漲幅逾4成 - 工商時報；3167 大量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漲停｜3406 玉晶光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光電業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可能原因（新聞）：飆股幕後》矽光子題材加持 玉晶光站穩600元 - 自由時報；3406 玉晶光- 【最新消息】光學鏡片買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漲停｜6505 台塑化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油電燃氣業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可能原因（新聞）：台塑四寶第三季獲利出爐！南亞今年來賺逾1股本 台塑化寫最強單季 - Yahoo股市；焦點股》台塑化：大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漲停｜6217 中探針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電子零組件業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可能原因（新聞）：【11:02 即時新聞】中探針(6217)股價走強，盤面聚焦AI伺服器高頻端子題材 - CMoney投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漲停｜6834 天二科技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電子零組件業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可能原因（新聞）：【11:40 即時新聞】天二科技(6834)勁揚逾6% 帶量走強鎖定營收創高動能 - CMoney；【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漲停｜1312 國喬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塑膠工業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可能原因（新聞）：【09:04 即時新聞】國喬(1312)亮燈漲停，法人與主力買盤成盤中焦點 - CMoney投資網誌；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漲停｜1569 濱川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電腦及週邊設備業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可能原因（新聞）：濱川攜雙鴻切入液冷件，Q4拚新平台量產爬坡 - 台視全球資訊網；【12:00 即時新聞】濱川(1569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漲停｜6668 中揚光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光電業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可能原因（新聞）：【10:08 即時新聞】中揚光(6668)股價走強，盤面聚焦CPO與光學族群熱度 - CMoney；【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漲停｜8050 廣積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電腦及週邊設備業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可能原因（新聞）：營收速報 - 廣積(8050)9月營收11.45億元年增率高達167.1％｜新聞快訊｜豐雲學堂 - 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A5F"/>
                </a:solidFill>
                <a:latin typeface="Microsoft JhengHei"/>
                <a:ea typeface="Microsoft JhengHei"/>
              </a:rPr>
              <a:t>三籃配置：進攻 100%／穩健 0%／ETF 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7606A"/>
                </a:solidFill>
                <a:latin typeface="Microsoft JhengHei"/>
                <a:ea typeface="Microsoft JhengHei"/>
              </a:rPr>
              <a:t>台股投資競賽 盤後檢討與隔日預掛單 2026-10-14　|　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5486400" cy="512064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88720"/>
            <a:ext cx="52120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F3A5F"/>
                </a:solidFill>
                <a:latin typeface="Microsoft JhengHei"/>
                <a:ea typeface="Microsoft JhengHei"/>
              </a:rPr>
              <a:t>比例如何決定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328"/>
                </a:solidFill>
                <a:latin typeface="Microsoft JhengHei"/>
                <a:ea typeface="Microsoft JhengHei"/>
              </a:rPr>
              <a:t>• 綠燈：大盤強勢（站上月線與季線、20 日漲 +5.3%），積極進攻 → 進攻籃 100%（已持續 41 個交易日）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328"/>
                </a:solidFill>
                <a:latin typeface="Microsoft JhengHei"/>
                <a:ea typeface="Microsoft JhengHei"/>
              </a:rPr>
              <a:t>• 依據（報酬率第一）：十年回測每次前 20 名 20 日報酬，進攻籃在綠燈 6.0%／灰燈 6.2%／紅燈 3.7%，都高於穩健籃 4.4%／3.8%／2.1%，勝率相近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328"/>
                </a:solidFill>
                <a:latin typeface="Microsoft JhengHei"/>
                <a:ea typeface="Microsoft JhengHei"/>
              </a:rPr>
              <a:t>• 股票內部：進攻籃 100%、穩健籃 0%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328"/>
                </a:solidFill>
                <a:latin typeface="Microsoft JhengHei"/>
                <a:ea typeface="Microsoft JhengHei"/>
              </a:rPr>
              <a:t>• 今日配置（佔股票＋ETF 目標持股）：進攻籃 100%、穩健籃 0%、ETF 籃 0%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328"/>
                </a:solidFill>
                <a:latin typeface="Microsoft JhengHei"/>
                <a:ea typeface="Microsoft JhengHei"/>
              </a:rPr>
              <a:t>• ETF 基準比例 0%（分散個股風險、證交稅 0.1%）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328"/>
                </a:solidFill>
                <a:latin typeface="Microsoft JhengHei"/>
                <a:ea typeface="Microsoft JhengHei"/>
              </a:rPr>
              <a:t>• 綠燈強勢 → ETF −5%，資金優先給進攻個股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328"/>
                </a:solidFill>
                <a:latin typeface="Microsoft JhengHei"/>
                <a:ea typeface="Microsoft JhengHei"/>
              </a:rPr>
              <a:t>• 限制在 ETF 0%～0% 範圍內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328"/>
                </a:solidFill>
                <a:latin typeface="Microsoft JhengHei"/>
                <a:ea typeface="Microsoft JhengHei"/>
              </a:rPr>
              <a:t>• 今日 ETF 籃比例 0%（佔股票＋ETF 目標持股；基準 0% 已依上述條件調整）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188720"/>
            <a:ext cx="52120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F3A5F"/>
                </a:solidFill>
                <a:latin typeface="Microsoft JhengHei"/>
                <a:ea typeface="Microsoft JhengHei"/>
              </a:rPr>
              <a:t>各籃內容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328"/>
                </a:solidFill>
                <a:latin typeface="Microsoft JhengHei"/>
                <a:ea typeface="Microsoft JhengHei"/>
              </a:rPr>
              <a:t>【進攻籃】目標 861 萬，執行後佔總資產 60.8%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328"/>
                </a:solidFill>
                <a:latin typeface="Microsoft JhengHei"/>
                <a:ea typeface="Microsoft JhengHei"/>
              </a:rPr>
              <a:t>• 進攻籃買進：6196 帆宣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328"/>
                </a:solidFill>
                <a:latin typeface="Microsoft JhengHei"/>
                <a:ea typeface="Microsoft JhengHei"/>
              </a:rPr>
              <a:t>【穩健籃】目標 0 萬，執行後佔總資產 23.4%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328"/>
                </a:solidFill>
                <a:latin typeface="Microsoft JhengHei"/>
                <a:ea typeface="Microsoft JhengHei"/>
              </a:rPr>
              <a:t>• 穩健籃買進：無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328"/>
                </a:solidFill>
                <a:latin typeface="Microsoft JhengHei"/>
                <a:ea typeface="Microsoft JhengHei"/>
              </a:rPr>
              <a:t>【ETF 籃】目標 0 萬，執行後佔總資產 0.0%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328"/>
                </a:solidFill>
                <a:latin typeface="Microsoft JhengHei"/>
                <a:ea typeface="Microsoft JhengHei"/>
              </a:rPr>
              <a:t>• ETF 籃買進：無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328"/>
                </a:solidFill>
                <a:latin typeface="Microsoft JhengHei"/>
                <a:ea typeface="Microsoft JhengHei"/>
              </a:rPr>
              <a:t>• 今日進攻籃佔比維持100%，穩健籃0%，因大盤站上月線與季線、20日漲幅+5.3%，屬綠燈強勢格局，模型顯示進攻籃在綠燈下歷史報酬勝於穩健籃，故維持全進攻配置。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A5F"/>
                </a:solidFill>
                <a:latin typeface="Microsoft JhengHei"/>
                <a:ea typeface="Microsoft JhengHei"/>
              </a:rPr>
              <a:t>穩健籃候選（收正報酬機率高、回檔小、不追高）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7606A"/>
                </a:solidFill>
                <a:latin typeface="Microsoft JhengHei"/>
                <a:ea typeface="Microsoft JhengHei"/>
              </a:rPr>
              <a:t>台股投資競賽 盤後檢討與隔日預掛單 2026-10-14　|　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1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7396"/>
                <a:gridCol w="2044930"/>
                <a:gridCol w="1278081"/>
                <a:gridCol w="1278081"/>
                <a:gridCol w="1022465"/>
                <a:gridCol w="1278081"/>
                <a:gridCol w="1278081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標的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產業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收正機率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預期回檔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β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穩健分數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訊號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00731 復華富時高息低波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ETF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71.3%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-3.6%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0.34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+0.81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買進候選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00915 凱基優選高股息30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ETF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67.9%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-2.8%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0.52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+0.81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買進候選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00692 富邦公司治理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ETF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81.0%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-3.5%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0.98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+0.75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買進候選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00939 統一台灣高息動能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ETF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72.7%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-3.8%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0.31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+0.75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買進候選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00940 元大台灣價值高息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ETF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69.4%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-2.2%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0.54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+0.69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買進候選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2476 鉅祥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電子零組件業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59.4%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-4.7%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1.08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+0.69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買進候選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2897 王道銀行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金融保險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60.7%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-2.9%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0.02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+0.69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買進候選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00900 富邦特選高股息30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ETF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64.8%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-3.0%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0.49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+0.68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買進候選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3479 安勤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電腦及週邊設備業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58.3%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-6.6%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0.71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+0.67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買進候選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00757 統一FANG+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ETF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71.7%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-3.2%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0.42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+0.66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買進候選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00770 國泰北美科技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ETF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58.1%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-5.3%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0.52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+0.65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買進候選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00919 群益台灣精選高息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ETF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60.4%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-3.7%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0.40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+0.64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買進候選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A5F"/>
                </a:solidFill>
                <a:latin typeface="Microsoft JhengHei"/>
                <a:ea typeface="Microsoft JhengHei"/>
              </a:rPr>
              <a:t>期貨與選擇權判斷：期貨不操作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7606A"/>
                </a:solidFill>
                <a:latin typeface="Microsoft JhengHei"/>
                <a:ea typeface="Microsoft JhengHei"/>
              </a:rPr>
              <a:t>台股投資競賽 盤後檢討與隔日預掛單 2026-10-14　|　8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11247120" cy="512064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8872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F3A5F"/>
                </a:solidFill>
                <a:latin typeface="Microsoft JhengHei"/>
                <a:ea typeface="Microsoft JhengHei"/>
              </a:rPr>
              <a:t>依據（模型估計，不是保證）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328"/>
                </a:solidFill>
                <a:latin typeface="Microsoft JhengHei"/>
                <a:ea typeface="Microsoft JhengHei"/>
              </a:rPr>
              <a:t>• 目前累積報酬 -4.34%、距高點回撤 -6.20%、剩 32 個交易日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328"/>
                </a:solidFill>
                <a:latin typeface="Microsoft JhengHei"/>
                <a:ea typeface="Microsoft JhengHei"/>
              </a:rPr>
              <a:t>• 報酬為負或回撤 ≥ 4%：提高機率門檻、放寬每筆風險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328"/>
                </a:solidFill>
                <a:latin typeface="Microsoft JhengHei"/>
                <a:ea typeface="Microsoft JhengHei"/>
              </a:rPr>
              <a:t>• 方向模型：未來 5 個交易日上漲機率 61.5%（模型估計，不是保證）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328"/>
                </a:solidFill>
                <a:latin typeface="Microsoft JhengHei"/>
                <a:ea typeface="Microsoft JhengHei"/>
              </a:rPr>
              <a:t>• 做多：樣本外 64 次，命中率 67.2%（基準 63.9%），平均每次 +1.04%（已扣成本）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328"/>
                </a:solidFill>
                <a:latin typeface="Microsoft JhengHei"/>
                <a:ea typeface="Microsoft JhengHei"/>
              </a:rPr>
              <a:t>• 放空：樣本外交易僅 1 次，少於 20 次，證據不足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328"/>
                </a:solidFill>
                <a:latin typeface="Microsoft JhengHei"/>
                <a:ea typeface="Microsoft JhengHei"/>
              </a:rPr>
              <a:t>• 已持有 TX202610 多 2 口，每點 400 元，已達建議曝險每點 70 元，不再加碼；現有曝險是建議的 5.7 倍，若跌 1,313 點（停損距離）約虧損 525,200 元（總資產 5.5%），可考慮減碼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A5F"/>
                </a:solidFill>
                <a:latin typeface="Microsoft JhengHei"/>
                <a:ea typeface="Microsoft JhengHei"/>
              </a:rPr>
              <a:t>虧損如何補回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7606A"/>
                </a:solidFill>
                <a:latin typeface="Microsoft JhengHei"/>
                <a:ea typeface="Microsoft JhengHei"/>
              </a:rPr>
              <a:t>台股投資競賽 盤後檢討與隔日預掛單 2026-10-14　|　9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11247120" cy="173736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88720"/>
            <a:ext cx="109728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F2328"/>
                </a:solidFill>
                <a:latin typeface="Microsoft JhengHei"/>
                <a:ea typeface="Microsoft JhengHei"/>
              </a:rPr>
              <a:t>• 目前持倉累積損益-433,965元（-4.34%），需上漲4.54%才能回本，虧損主要來自進攻籃景碩、中砂、帆宣等高權重股，決策上對未滿10天持倉的股票（如致茂、欣興、台橡）續抱不換，對已超過虧損且觸發重大負面新聞的欣興與致茂各減碼50%，以控制單筆風險，同時觀察後續基本面與技術面是否企穩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10896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1F2328"/>
                </a:solidFill>
                <a:latin typeface="Microsoft JhengHei"/>
                <a:ea typeface="Microsoft JhengHei"/>
              </a:rPr>
              <a:t>• 累積損益 -433,965 元（-4.34%），已實現 +48,865 元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1F2328"/>
                </a:solidFill>
                <a:latin typeface="Microsoft JhengHei"/>
                <a:ea typeface="Microsoft JhengHei"/>
              </a:rPr>
              <a:t>• 回到初始資金需上漲 4.54%；只有正報酬才列入排名，補回虧損是第一優先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1F2328"/>
                </a:solidFill>
                <a:latin typeface="Microsoft JhengHei"/>
                <a:ea typeface="Microsoft JhengHei"/>
              </a:rPr>
              <a:t>• 現有持股依模型加權的一個月預期報酬 +5.54%（約 +529,664 元）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1F2328"/>
                </a:solidFill>
                <a:latin typeface="Microsoft JhengHei"/>
                <a:ea typeface="Microsoft JhengHei"/>
              </a:rPr>
              <a:t>• 進攻籃最佳替換候選：1617 榮星，一個月預期報酬 +13.78%，創新高機率 70.4%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1F2328"/>
                </a:solidFill>
                <a:latin typeface="Microsoft JhengHei"/>
                <a:ea typeface="Microsoft JhengHei"/>
              </a:rPr>
              <a:t>• 穩健籃最佳替換候選：00692 富邦公司治理，一個月預期報酬 +5.44%，收正報酬機率 81.0%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1F2328"/>
                </a:solidFill>
                <a:latin typeface="Microsoft JhengHei"/>
                <a:ea typeface="Microsoft JhengHei"/>
              </a:rPr>
              <a:t>【續抱】2845 遠東銀（+6,526 元）：買進第 6 個交易日，未滿 10 個交易日不換股、不因分數小幅轉弱賣出（模型排名每天都會小幅變動，來回換股要付約 0.58% 成本）；跌破停損 12.6 才出場。提醒：已獲利 +1.39%，00692 富邦公司治理 預期報酬較高，滿 10 個交易日後若仍如此會建議獲利換股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1F2328"/>
                </a:solidFill>
                <a:latin typeface="Microsoft JhengHei"/>
                <a:ea typeface="Microsoft JhengHei"/>
              </a:rPr>
              <a:t>【續抱】5880 合庫金（+25,505 元）：買進第 6 個交易日，未滿 10 個交易日不換股、不因分數小幅轉弱賣出（模型排名每天都會小幅變動，來回換股要付約 0.58% 成本）；跌破停損 25.28 才出場。提醒：已獲利 +4.07%，00692 富邦公司治理 預期報酬較高，滿 10 個交易日後若仍如此會建議獲利換股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1F2328"/>
                </a:solidFill>
                <a:latin typeface="Microsoft JhengHei"/>
                <a:ea typeface="Microsoft JhengHei"/>
              </a:rPr>
              <a:t>【續抱】2889 國票金（+30,742 元）：買進第 6 個交易日，未滿 10 個交易日不換股、不因分數小幅轉弱賣出（模型排名每天都會小幅變動，來回換股要付約 0.58% 成本）；跌破停損 15.43 才出場。提醒：已獲利 +4.74%，00692 富邦公司治理 預期報酬較高，滿 10 個交易日後若仍如此會建議獲利換股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1F2328"/>
                </a:solidFill>
                <a:latin typeface="Microsoft JhengHei"/>
                <a:ea typeface="Microsoft JhengHei"/>
              </a:rPr>
              <a:t>【續抱】2360 致茂（-1,325 元）：買進第 3 個交易日，未滿 10 個交易日不換股、不因分數小幅轉弱賣出（模型排名每天都會小幅變動，來回換股要付約 0.58% 成本）；跌破停損 2069.91 才出場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1F2328"/>
                </a:solidFill>
                <a:latin typeface="Microsoft JhengHei"/>
                <a:ea typeface="Microsoft JhengHei"/>
              </a:rPr>
              <a:t>【續抱】2915 潤泰全（+4,720 元）：買進第 6 個交易日，未滿 10 個交易日不換股、不因分數小幅轉弱賣出（模型排名每天都會小幅變動，來回換股要付約 0.58% 成本）；跌破停損 55.39 才出場。提醒：已獲利 +1.14%，00692 富邦公司治理 預期報酬較高，滿 10 個交易日後若仍如此會建議獲利換股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1F2328"/>
                </a:solidFill>
                <a:latin typeface="Microsoft JhengHei"/>
                <a:ea typeface="Microsoft JhengHei"/>
              </a:rPr>
              <a:t>【續抱】2103 台橡（-2,677 元）：買進第 3 個交易日，未滿 10 個交易日不換股、不因分數小幅轉弱賣出（模型排名每天都會小幅變動，來回換股要付約 0.58% 成本）；跌破停損 27.7 才出場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1F2328"/>
                </a:solidFill>
                <a:latin typeface="Microsoft JhengHei"/>
                <a:ea typeface="Microsoft JhengHei"/>
              </a:rPr>
              <a:t>【續抱】3037 欣興（-960 元）：買進第 1 個交易日，未滿 10 個交易日不換股、不因分數小幅轉弱賣出（模型排名每天都會小幅變動，來回換股要付約 0.58% 成本）；跌破停損 1046.11 才出場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1F2328"/>
                </a:solidFill>
                <a:latin typeface="Microsoft JhengHei"/>
                <a:ea typeface="Microsoft JhengHei"/>
              </a:rPr>
              <a:t>【續抱】6182 合晶（+335 元）：買進第 1 個交易日，未滿 10 個交易日不換股、不因分數小幅轉弱賣出（模型排名每天都會小幅變動，來回換股要付約 0.58% 成本）；跌破停損 97.31 才出場。提醒：已獲利 +0.29%，1617 榮星 預期報酬較高，滿 10 個交易日後若仍如此會建議獲利換股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1F2328"/>
                </a:solidFill>
                <a:latin typeface="Microsoft JhengHei"/>
                <a:ea typeface="Microsoft JhengHei"/>
              </a:rPr>
              <a:t>【續抱並可加碼】6196 帆宣（-13,738 元）：模型排名仍在全市場前 10%、股價在月線之上、虧損未擴大，權重 7.7% 仍低於上限，可逢回加碼攤低成本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1F2328"/>
                </a:solidFill>
                <a:latin typeface="Microsoft JhengHei"/>
                <a:ea typeface="Microsoft JhengHei"/>
              </a:rPr>
              <a:t>【續抱】1560 中砂（-73,997 元）：買進第 6 個交易日，未滿 10 個交易日不換股、不因分數小幅轉弱賣出（模型排名每天都會小幅變動，來回換股要付約 0.58% 成本）；跌破停損 936.69 才出場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1F2328"/>
                </a:solidFill>
                <a:latin typeface="Microsoft JhengHei"/>
                <a:ea typeface="Microsoft JhengHei"/>
              </a:rPr>
              <a:t>【續抱並可加碼】6213 聯茂（+67,965 元）：模型排名仍在全市場前 4%、股價在月線之上、虧損未擴大，權重 8.3% 仍低於上限，可逢回加碼攤低成本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1F2328"/>
                </a:solidFill>
                <a:latin typeface="Microsoft JhengHei"/>
                <a:ea typeface="Microsoft JhengHei"/>
              </a:rPr>
              <a:t>【續抱並可加碼】3591 艾笛森（-22,017 元）：模型排名仍在全市場前 12%、股價在月線之上、虧損未擴大，權重 5.9% 仍低於上限，可逢回加碼攤低成本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1F2328"/>
                </a:solidFill>
                <a:latin typeface="Microsoft JhengHei"/>
                <a:ea typeface="Microsoft JhengHei"/>
              </a:rPr>
              <a:t>【續抱並可加碼】3189 景碩（-72,548 元）：模型排名仍在全市場前 4%、股價在月線之上、虧損未擴大，權重 17.8% 仍低於上限，可逢回加碼攤低成本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A5F"/>
                </a:solidFill>
                <a:latin typeface="Microsoft JhengHei"/>
                <a:ea typeface="Microsoft JhengHei"/>
              </a:rPr>
              <a:t>國際大事對持股的影響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7606A"/>
                </a:solidFill>
                <a:latin typeface="Microsoft JhengHei"/>
                <a:ea typeface="Microsoft JhengHei"/>
              </a:rPr>
              <a:t>台股投資競賽 盤後檢討與隔日預掛單 2026-10-14　|　10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11247120" cy="155448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887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F2328"/>
                </a:solidFill>
                <a:latin typeface="Microsoft JhengHei"/>
                <a:ea typeface="Microsoft JhengHei"/>
              </a:rPr>
              <a:t>• 歐洲央行委員暗示可能再升息，方向為緊縮，對利率敏感股如金融股影響有限，因歷史相關度未達顯著標準；散戶狂買美股AI相關股票，方向為正向，對台股半導體供應鏈如景碩、欣興、聯茂等有正面影響，模型顯示景碩受益顯著，金額達25,398元；中國9月出口增速36.3%，帶動台廠受惠，對聯茂、欣興等有正向影響，金額合計近16,000元；美聯儲柯林斯暗示年內再加息，方向為緊縮，但對台股影響不大；川普稱台灣將採購阿拉斯加天然氣，方向為正向，對台橡等有利，金額387元；新台幣貶值，對景碩等出口股有利，金額11,250元；外資連續賣超台股，方向為負面，對帆宣、聯茂等高波動股影響較大，金額達-9,540元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926080"/>
            <a:ext cx="109728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F2328"/>
                </a:solidFill>
                <a:latin typeface="Microsoft JhengHei"/>
                <a:ea typeface="Microsoft JhengHei"/>
              </a:rPr>
              <a:t>• 歐洲央行委員表示通膨過高可能不得不再升息 → 美國10年債殖利率↑：預估 +0 元（+0.00%）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328"/>
                </a:solidFill>
                <a:latin typeface="Microsoft JhengHei"/>
                <a:ea typeface="Microsoft JhengHei"/>
              </a:rPr>
              <a:t>• 散戶單週淨買入美股91億美元創近15年新高，資金聚焦AI相關股票與ETF → 費城半導體↑：預估 +78,399 元（+0.82%）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328"/>
                </a:solidFill>
                <a:latin typeface="Microsoft JhengHei"/>
                <a:ea typeface="Microsoft JhengHei"/>
              </a:rPr>
              <a:t>• 中國9月出口增速達36.3%，貿易順差擴大至1335億美元 → 中國大型股ETF↑：預估 +11,253 元（+0.12%）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328"/>
                </a:solidFill>
                <a:latin typeface="Microsoft JhengHei"/>
                <a:ea typeface="Microsoft JhengHei"/>
              </a:rPr>
              <a:t>• 美聯儲柯林斯釋放年內再加息信號，提及AI投資熱潮、關稅與中東能源 → 美國10年債殖利率↑：預估 +0 元（+0.00%）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328"/>
                </a:solidFill>
                <a:latin typeface="Microsoft JhengHei"/>
                <a:ea typeface="Microsoft JhengHei"/>
              </a:rPr>
              <a:t>• 川普稱台灣同意採購阿拉斯加30%天然氣，經部估最高投資44億美元 → 西德州原油↑：預估 -15,471 元（-0.16%）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328"/>
                </a:solidFill>
                <a:latin typeface="Microsoft JhengHei"/>
                <a:ea typeface="Microsoft JhengHei"/>
              </a:rPr>
              <a:t>• 新台幣連兩日重貶逾3角，下探32.3元 → 美元兌台幣↓：預估 +11,250 元（+0.12%）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328"/>
                </a:solidFill>
                <a:latin typeface="Microsoft JhengHei"/>
                <a:ea typeface="Microsoft JhengHei"/>
              </a:rPr>
              <a:t>• 外資連續6日賣超台股，累計提款逾3,300億元 → VIX恐慌指數↑：預估 -65,104 元（-0.68%）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328"/>
                </a:solidFill>
                <a:latin typeface="Microsoft JhengHei"/>
                <a:ea typeface="Microsoft JhengHei"/>
              </a:rPr>
              <a:t>• IMF總裁指出AI投資熱潮推升全球資金需求，影響利率與公債殖利率 → 美國10年債殖利率↑：預估 +0 元（+0.00%）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A5F"/>
                </a:solidFill>
                <a:latin typeface="Microsoft JhengHei"/>
                <a:ea typeface="Microsoft JhengHei"/>
              </a:rPr>
              <a:t>國際事件：歐洲央行委員表示通膨過高可能不得不再升息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7606A"/>
                </a:solidFill>
                <a:latin typeface="Microsoft JhengHei"/>
                <a:ea typeface="Microsoft JhengHei"/>
              </a:rPr>
              <a:t>台股投資競賽 盤後檢討與隔日預掛單 2026-10-14　|　11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17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5317"/>
                <a:gridCol w="1102658"/>
                <a:gridCol w="1102658"/>
                <a:gridCol w="1323190"/>
                <a:gridCol w="5513294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標的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敏感度β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預估影響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金額(元)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後續決策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5880 合庫金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-0.024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8423B"/>
                          </a:solidFill>
                          <a:latin typeface="Microsoft JhengHei"/>
                          <a:ea typeface="Microsoft JhengHei"/>
                        </a:rPr>
                        <a:t>+0.00%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+0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歷史相關性 -0.10 未達統計顯著（|r| &lt; 0.125），不列入影響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2889 國票金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-0.0162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8423B"/>
                          </a:solidFill>
                          <a:latin typeface="Microsoft JhengHei"/>
                          <a:ea typeface="Microsoft JhengHei"/>
                        </a:rPr>
                        <a:t>+0.00%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歷史相關性 -0.05 未達統計顯著（|r| &lt; 0.125），不列入影響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2845 遠東銀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0.004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8423B"/>
                          </a:solidFill>
                          <a:latin typeface="Microsoft JhengHei"/>
                          <a:ea typeface="Microsoft JhengHei"/>
                        </a:rPr>
                        <a:t>+0.00%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+0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歷史相關性 +0.02 未達統計顯著（|r| &lt; 0.125），不列入影響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2915 潤泰全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-0.0391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8423B"/>
                          </a:solidFill>
                          <a:latin typeface="Microsoft JhengHei"/>
                          <a:ea typeface="Microsoft JhengHei"/>
                        </a:rPr>
                        <a:t>+0.00%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歷史相關性 -0.11 未達統計顯著（|r| &lt; 0.125），不列入影響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3189 景碩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-0.0641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8423B"/>
                          </a:solidFill>
                          <a:latin typeface="Microsoft JhengHei"/>
                          <a:ea typeface="Microsoft JhengHei"/>
                        </a:rPr>
                        <a:t>+0.00%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+0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歷史相關性 -0.05 未達統計顯著（|r| &lt; 0.125），不列入影響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3591 艾笛森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-0.0216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8423B"/>
                          </a:solidFill>
                          <a:latin typeface="Microsoft JhengHei"/>
                          <a:ea typeface="Microsoft JhengHei"/>
                        </a:rPr>
                        <a:t>+0.00%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歷史相關性 -0.03 未達統計顯著（|r| &lt; 0.125），不列入影響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1560 中砂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-0.0089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8423B"/>
                          </a:solidFill>
                          <a:latin typeface="Microsoft JhengHei"/>
                          <a:ea typeface="Microsoft JhengHei"/>
                        </a:rPr>
                        <a:t>+0.00%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+0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歷史相關性 -0.01 未達統計顯著（|r| &lt; 0.125），不列入影響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6196 帆宣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-0.0838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8423B"/>
                          </a:solidFill>
                          <a:latin typeface="Microsoft JhengHei"/>
                          <a:ea typeface="Microsoft JhengHei"/>
                        </a:rPr>
                        <a:t>+0.00%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歷史相關性 -0.10 未達統計顯著（|r| &lt; 0.125），不列入影響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6213 聯茂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-0.0714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8423B"/>
                          </a:solidFill>
                          <a:latin typeface="Microsoft JhengHei"/>
                          <a:ea typeface="Microsoft JhengHei"/>
                        </a:rPr>
                        <a:t>+0.00%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+0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歷史相關性 -0.06 未達統計顯著（|r| &lt; 0.125），不列入影響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2103 台橡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0.0756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8423B"/>
                          </a:solidFill>
                          <a:latin typeface="Microsoft JhengHei"/>
                          <a:ea typeface="Microsoft JhengHei"/>
                        </a:rPr>
                        <a:t>+0.00%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歷史相關性 +0.10 未達統計顯著（|r| &lt; 0.125），不列入影響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2360 致茂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-0.1153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8423B"/>
                          </a:solidFill>
                          <a:latin typeface="Microsoft JhengHei"/>
                          <a:ea typeface="Microsoft JhengHei"/>
                        </a:rPr>
                        <a:t>+0.00%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+0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歷史相關性 -0.11 未達統計顯著（|r| &lt; 0.125），不列入影響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6182 合晶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-0.1334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8423B"/>
                          </a:solidFill>
                          <a:latin typeface="Microsoft JhengHei"/>
                          <a:ea typeface="Microsoft JhengHei"/>
                        </a:rPr>
                        <a:t>+0.00%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歷史相關性 -0.11 未達統計顯著（|r| &lt; 0.125），不列入影響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3037 欣興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-0.0166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8423B"/>
                          </a:solidFill>
                          <a:latin typeface="Microsoft JhengHei"/>
                          <a:ea typeface="Microsoft JhengHei"/>
                        </a:rPr>
                        <a:t>+0.00%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+0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歷史相關性 -0.01 未達統計顯著（|r| &lt; 0.125），不列入影響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A5F"/>
                </a:solidFill>
                <a:latin typeface="Microsoft JhengHei"/>
                <a:ea typeface="Microsoft JhengHei"/>
              </a:rPr>
              <a:t>國際事件：散戶單週淨買入美股91億美元創近15年新高，資金聚焦AI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7606A"/>
                </a:solidFill>
                <a:latin typeface="Microsoft JhengHei"/>
                <a:ea typeface="Microsoft JhengHei"/>
              </a:rPr>
              <a:t>台股投資競賽 盤後檢討與隔日預掛單 2026-10-14　|　12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17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5317"/>
                <a:gridCol w="1102658"/>
                <a:gridCol w="1102658"/>
                <a:gridCol w="1323190"/>
                <a:gridCol w="5513294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標的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敏感度β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預估影響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金額(元)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後續決策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5880 合庫金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0.0412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8423B"/>
                          </a:solidFill>
                          <a:latin typeface="Microsoft JhengHei"/>
                          <a:ea typeface="Microsoft JhengHei"/>
                        </a:rPr>
                        <a:t>+0.00%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+0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歷史相關性 +0.12 未達統計顯著（|r| &lt; 0.125），不列入影響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2889 國票金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0.0593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8423B"/>
                          </a:solidFill>
                          <a:latin typeface="Microsoft JhengHei"/>
                          <a:ea typeface="Microsoft JhengHei"/>
                        </a:rPr>
                        <a:t>+0.17%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+1,154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影響有限，維持原決策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2845 遠東銀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0.0377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8423B"/>
                          </a:solidFill>
                          <a:latin typeface="Microsoft JhengHei"/>
                          <a:ea typeface="Microsoft JhengHei"/>
                        </a:rPr>
                        <a:t>+0.00%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+0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歷史相關性 +0.11 未達統計顯著（|r| &lt; 0.125），不列入影響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2915 潤泰全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0.0711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8423B"/>
                          </a:solidFill>
                          <a:latin typeface="Microsoft JhengHei"/>
                          <a:ea typeface="Microsoft JhengHei"/>
                        </a:rPr>
                        <a:t>+0.20%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+835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影響有限，維持原決策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3189 景碩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0.5181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8423B"/>
                          </a:solidFill>
                          <a:latin typeface="Microsoft JhengHei"/>
                          <a:ea typeface="Microsoft JhengHei"/>
                        </a:rPr>
                        <a:t>+1.49%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+25,398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有利：支持續抱；若一個月模型仍在前段班，可作為加碼依據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3591 艾笛森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0.1657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8423B"/>
                          </a:solidFill>
                          <a:latin typeface="Microsoft JhengHei"/>
                          <a:ea typeface="Microsoft JhengHei"/>
                        </a:rPr>
                        <a:t>+0.47%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+2,663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有利：支持續抱；若一個月模型仍在前段班，可作為加碼依據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1560 中砂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0.412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8423B"/>
                          </a:solidFill>
                          <a:latin typeface="Microsoft JhengHei"/>
                          <a:ea typeface="Microsoft JhengHei"/>
                        </a:rPr>
                        <a:t>+1.19%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+12,334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有利：支持續抱；若一個月模型仍在前段班，可作為加碼依據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6196 帆宣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0.4709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8423B"/>
                          </a:solidFill>
                          <a:latin typeface="Microsoft JhengHei"/>
                          <a:ea typeface="Microsoft JhengHei"/>
                        </a:rPr>
                        <a:t>+1.35%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+9,952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有利：支持續抱；若一個月模型仍在前段班，可作為加碼依據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6213 聯茂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0.4103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8423B"/>
                          </a:solidFill>
                          <a:latin typeface="Microsoft JhengHei"/>
                          <a:ea typeface="Microsoft JhengHei"/>
                        </a:rPr>
                        <a:t>+1.18%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+9,381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有利：支持續抱；若一個月模型仍在前段班，可作為加碼依據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2103 台橡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0.1238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8423B"/>
                          </a:solidFill>
                          <a:latin typeface="Microsoft JhengHei"/>
                          <a:ea typeface="Microsoft JhengHei"/>
                        </a:rPr>
                        <a:t>+0.00%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歷史相關性 +0.12 未達統計顯著（|r| &lt; 0.125），不列入影響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2360 致茂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0.6167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8423B"/>
                          </a:solidFill>
                          <a:latin typeface="Microsoft JhengHei"/>
                          <a:ea typeface="Microsoft JhengHei"/>
                        </a:rPr>
                        <a:t>+1.77%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+312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有利：支持續抱；若一個月模型仍在前段班，可作為加碼依據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6182 合晶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0.5331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8423B"/>
                          </a:solidFill>
                          <a:latin typeface="Microsoft JhengHei"/>
                          <a:ea typeface="Microsoft JhengHei"/>
                        </a:rPr>
                        <a:t>+1.53%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+1,775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有利：支持續抱；若一個月模型仍在前段班，可作為加碼依據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3037 欣興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0.7538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8423B"/>
                          </a:solidFill>
                          <a:latin typeface="Microsoft JhengHei"/>
                          <a:ea typeface="Microsoft JhengHei"/>
                        </a:rPr>
                        <a:t>+2.17%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+14,595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有利：支持續抱；若一個月模型仍在前段班，可作為加碼依據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A5F"/>
                </a:solidFill>
                <a:latin typeface="Microsoft JhengHei"/>
                <a:ea typeface="Microsoft JhengHei"/>
              </a:rPr>
              <a:t>國際事件：中國9月出口增速達36.3%，貿易順差擴大至1335億美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7606A"/>
                </a:solidFill>
                <a:latin typeface="Microsoft JhengHei"/>
                <a:ea typeface="Microsoft JhengHei"/>
              </a:rPr>
              <a:t>台股投資競賽 盤後檢討與隔日預掛單 2026-10-14　|　13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17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5317"/>
                <a:gridCol w="1102658"/>
                <a:gridCol w="1102658"/>
                <a:gridCol w="1323190"/>
                <a:gridCol w="5513294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標的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敏感度β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預估影響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金額(元)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後續決策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5880 合庫金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0.1215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8423B"/>
                          </a:solidFill>
                          <a:latin typeface="Microsoft JhengHei"/>
                          <a:ea typeface="Microsoft JhengHei"/>
                        </a:rPr>
                        <a:t>+0.15%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+979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影響有限，維持原決策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2889 國票金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0.131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8423B"/>
                          </a:solidFill>
                          <a:latin typeface="Microsoft JhengHei"/>
                          <a:ea typeface="Microsoft JhengHei"/>
                        </a:rPr>
                        <a:t>+0.16%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+1,086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影響有限，維持原決策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2845 遠東銀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0.1311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8423B"/>
                          </a:solidFill>
                          <a:latin typeface="Microsoft JhengHei"/>
                          <a:ea typeface="Microsoft JhengHei"/>
                        </a:rPr>
                        <a:t>+0.16%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+759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影響有限，維持原決策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2915 潤泰全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0.0918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8423B"/>
                          </a:solidFill>
                          <a:latin typeface="Microsoft JhengHei"/>
                          <a:ea typeface="Microsoft JhengHei"/>
                        </a:rPr>
                        <a:t>+0.00%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歷史相關性 +0.08 未達統計顯著（|r| &lt; 0.125），不列入影響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3189 景碩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0.1158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8423B"/>
                          </a:solidFill>
                          <a:latin typeface="Microsoft JhengHei"/>
                          <a:ea typeface="Microsoft JhengHei"/>
                        </a:rPr>
                        <a:t>+0.00%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+0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歷史相關性 +0.03 未達統計顯著（|r| &lt; 0.125），不列入影響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3591 艾笛森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-0.0904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8423B"/>
                          </a:solidFill>
                          <a:latin typeface="Microsoft JhengHei"/>
                          <a:ea typeface="Microsoft JhengHei"/>
                        </a:rPr>
                        <a:t>+0.00%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歷史相關性 -0.04 未達統計顯著（|r| &lt; 0.125），不列入影響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1560 中砂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0.2896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8423B"/>
                          </a:solidFill>
                          <a:latin typeface="Microsoft JhengHei"/>
                          <a:ea typeface="Microsoft JhengHei"/>
                        </a:rPr>
                        <a:t>+0.00%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+0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歷史相關性 +0.10 未達統計顯著（|r| &lt; 0.125），不列入影響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6196 帆宣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0.3894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8423B"/>
                          </a:solidFill>
                          <a:latin typeface="Microsoft JhengHei"/>
                          <a:ea typeface="Microsoft JhengHei"/>
                        </a:rPr>
                        <a:t>+0.49%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+3,612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有利：支持續抱；若一個月模型仍在前段班，可作為加碼依據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6213 聯茂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0.1257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8423B"/>
                          </a:solidFill>
                          <a:latin typeface="Microsoft JhengHei"/>
                          <a:ea typeface="Microsoft JhengHei"/>
                        </a:rPr>
                        <a:t>+0.00%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+0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歷史相關性 +0.03 未達統計顯著（|r| &lt; 0.125），不列入影響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2103 台橡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0.1898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8423B"/>
                          </a:solidFill>
                          <a:latin typeface="Microsoft JhengHei"/>
                          <a:ea typeface="Microsoft JhengHei"/>
                        </a:rPr>
                        <a:t>+0.00%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歷史相關性 +0.08 未達統計顯著（|r| &lt; 0.125），不列入影響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2360 致茂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0.495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8423B"/>
                          </a:solidFill>
                          <a:latin typeface="Microsoft JhengHei"/>
                          <a:ea typeface="Microsoft JhengHei"/>
                        </a:rPr>
                        <a:t>+0.62%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+109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有利：支持續抱；若一個月模型仍在前段班，可作為加碼依據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6182 合晶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0.0893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8423B"/>
                          </a:solidFill>
                          <a:latin typeface="Microsoft JhengHei"/>
                          <a:ea typeface="Microsoft JhengHei"/>
                        </a:rPr>
                        <a:t>+0.00%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歷史相關性 +0.02 未達統計顯著（|r| &lt; 0.125），不列入影響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3037 欣興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0.5605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8423B"/>
                          </a:solidFill>
                          <a:latin typeface="Microsoft JhengHei"/>
                          <a:ea typeface="Microsoft JhengHei"/>
                        </a:rPr>
                        <a:t>+0.70%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+4,708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有利：支持續抱；若一個月模型仍在前段班，可作為加碼依據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A5F"/>
                </a:solidFill>
                <a:latin typeface="Microsoft JhengHei"/>
                <a:ea typeface="Microsoft JhengHei"/>
              </a:rPr>
              <a:t>全市場一個月創新高潛力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7606A"/>
                </a:solidFill>
                <a:latin typeface="Microsoft JhengHei"/>
                <a:ea typeface="Microsoft JhengHei"/>
              </a:rPr>
              <a:t>台股投資競賽 盤後檢討與隔日預掛單 2026-10-14　|　14</a:t>
            </a:r>
          </a:p>
        </p:txBody>
      </p:sp>
      <p:pic>
        <p:nvPicPr>
          <p:cNvPr id="5" name="Picture 4" descr="2026-10-14_盤後檢討與隔日預掛單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6317673" cy="52120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138160" y="1188720"/>
            <a:ext cx="3657600" cy="50292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75320" y="1280160"/>
            <a:ext cx="33832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F2328"/>
                </a:solidFill>
                <a:latin typeface="Microsoft JhengHei"/>
                <a:ea typeface="Microsoft JhengHei"/>
              </a:rPr>
              <a:t>• 掃描 669 檔上市櫃股票與 ETF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328"/>
                </a:solidFill>
                <a:latin typeface="Microsoft JhengHei"/>
                <a:ea typeface="Microsoft JhengHei"/>
              </a:rPr>
              <a:t>• 全市場基準創新高率 18.1%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328"/>
                </a:solidFill>
                <a:latin typeface="Microsoft JhengHei"/>
                <a:ea typeface="Microsoft JhengHei"/>
              </a:rPr>
              <a:t>• 模型：梯度提升樹，滾動時間外驗證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A5F"/>
                </a:solidFill>
                <a:latin typeface="Microsoft JhengHei"/>
                <a:ea typeface="Microsoft JhengHei"/>
              </a:rPr>
              <a:t>美股隔夜表現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7606A"/>
                </a:solidFill>
                <a:latin typeface="Microsoft JhengHei"/>
                <a:ea typeface="Microsoft JhengHei"/>
              </a:rPr>
              <a:t>台股投資競賽 盤後檢討與隔日預掛單 2026-10-14　|　15</a:t>
            </a:r>
          </a:p>
        </p:txBody>
      </p:sp>
      <p:pic>
        <p:nvPicPr>
          <p:cNvPr id="5" name="Picture 4" descr="2026-10-14_盤後檢討與隔日預掛單_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8760" y="1097280"/>
            <a:ext cx="3834174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A5F"/>
                </a:solidFill>
                <a:latin typeface="Microsoft JhengHei"/>
                <a:ea typeface="Microsoft JhengHei"/>
              </a:rPr>
              <a:t>台股開盤預測（美股 → 台股）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7606A"/>
                </a:solidFill>
                <a:latin typeface="Microsoft JhengHei"/>
                <a:ea typeface="Microsoft JhengHei"/>
              </a:rPr>
              <a:t>台股投資競賽 盤後檢討與隔日預掛單 2026-10-14　|　16</a:t>
            </a:r>
          </a:p>
        </p:txBody>
      </p:sp>
      <p:pic>
        <p:nvPicPr>
          <p:cNvPr id="5" name="Picture 4" descr="2026-10-14_盤後檢討與隔日預掛單_p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1395703" cy="52120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138160" y="1188720"/>
            <a:ext cx="3657600" cy="50292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75320" y="1280160"/>
            <a:ext cx="33832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F2328"/>
                </a:solidFill>
                <a:latin typeface="Microsoft JhengHei"/>
                <a:ea typeface="Microsoft JhengHei"/>
              </a:rPr>
              <a:t>• Ridge 迴歸：費半、那指期、台積電 ADR、VIX、匯率、產業對應美股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328"/>
                </a:solidFill>
                <a:latin typeface="Microsoft JhengHei"/>
                <a:ea typeface="Microsoft JhengHei"/>
              </a:rPr>
              <a:t>• 命中率＝樣本外方向命中率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328"/>
                </a:solidFill>
                <a:latin typeface="Microsoft JhengHei"/>
                <a:ea typeface="Microsoft JhengHei"/>
              </a:rPr>
              <a:t>• 低於 55% 或不如基準者降權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A5F"/>
                </a:solidFill>
                <a:latin typeface="Microsoft JhengHei"/>
                <a:ea typeface="Microsoft JhengHei"/>
              </a:rPr>
              <a:t>交易建議總表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7606A"/>
                </a:solidFill>
                <a:latin typeface="Microsoft JhengHei"/>
                <a:ea typeface="Microsoft JhengHei"/>
              </a:rPr>
              <a:t>台股投資競賽 盤後檢討與隔日預掛單 2026-10-14　|　17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16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2658"/>
                <a:gridCol w="2646381"/>
                <a:gridCol w="1764254"/>
                <a:gridCol w="1323190"/>
                <a:gridCol w="1323190"/>
                <a:gridCol w="1984785"/>
                <a:gridCol w="1102658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動作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標的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數量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限價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停損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金額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權重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賣出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進攻｜3037 欣興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0 張+285股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1170.0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-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337,725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-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賣出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穩健｜2360 致茂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0 張+4股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2225.0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9,000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買進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進攻｜6196 帆宣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0 張+162股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646.0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581.0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104,652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1.1%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A5F"/>
                </a:solidFill>
                <a:latin typeface="Microsoft JhengHei"/>
                <a:ea typeface="Microsoft JhengHei"/>
              </a:rPr>
              <a:t>賣出 3037 欣興｜0 張 + 285 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7606A"/>
                </a:solidFill>
                <a:latin typeface="Microsoft JhengHei"/>
                <a:ea typeface="Microsoft JhengHei"/>
              </a:rPr>
              <a:t>台股投資競賽 盤後檢討與隔日預掛單 2026-10-14　|　18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247120" cy="219456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7160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F3A5F"/>
                </a:solidFill>
                <a:latin typeface="Microsoft JhengHei"/>
                <a:ea typeface="Microsoft JhengHei"/>
              </a:rPr>
              <a:t>賣出原因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1F2328"/>
                </a:solidFill>
                <a:latin typeface="Microsoft JhengHei"/>
                <a:ea typeface="Microsoft JhengHei"/>
              </a:rPr>
              <a:t>• 風險警示：重大負面新聞：欣興楊梅爆工安停工急發重訊 今跌1.7%市值一天蒸發360億元（多來源）；先減碼一半，保留部位觀察後續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749039"/>
            <a:ext cx="11247120" cy="237744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3840479"/>
            <a:ext cx="10972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F3A5F"/>
                </a:solidFill>
                <a:latin typeface="Microsoft JhengHei"/>
                <a:ea typeface="Microsoft JhengHei"/>
              </a:rPr>
              <a:t>為何賣這個股數</a:t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1F2328"/>
                </a:solidFill>
                <a:latin typeface="Microsoft JhengHei"/>
                <a:ea typeface="Microsoft JhengHei"/>
              </a:rPr>
              <a:t>• 觸發條件中最嚴重者決定賣出比例：50%；限價取最近價 × 0.99（不低於跌停價）以提高成交機率</a:t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1F2328"/>
                </a:solidFill>
                <a:latin typeface="Microsoft JhengHei"/>
                <a:ea typeface="Microsoft JhengHei"/>
              </a:rPr>
              <a:t>• 賣出後剩餘 285 股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A5F"/>
                </a:solidFill>
                <a:latin typeface="Microsoft JhengHei"/>
                <a:ea typeface="Microsoft JhengHei"/>
              </a:rPr>
              <a:t>賣出 2360 致茂｜0 張 + 4 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7606A"/>
                </a:solidFill>
                <a:latin typeface="Microsoft JhengHei"/>
                <a:ea typeface="Microsoft JhengHei"/>
              </a:rPr>
              <a:t>台股投資競賽 盤後檢討與隔日預掛單 2026-10-14　|　19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247120" cy="219456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7160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F3A5F"/>
                </a:solidFill>
                <a:latin typeface="Microsoft JhengHei"/>
                <a:ea typeface="Microsoft JhengHei"/>
              </a:rPr>
              <a:t>賣出原因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1F2328"/>
                </a:solidFill>
                <a:latin typeface="Microsoft JhengHei"/>
                <a:ea typeface="Microsoft JhengHei"/>
              </a:rPr>
              <a:t>• 風險警示：重大負面新聞：致茂爆違約交割5859.5萬元（多來源）；先減碼一半，保留部位觀察後續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749039"/>
            <a:ext cx="11247120" cy="237744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3840479"/>
            <a:ext cx="10972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F3A5F"/>
                </a:solidFill>
                <a:latin typeface="Microsoft JhengHei"/>
                <a:ea typeface="Microsoft JhengHei"/>
              </a:rPr>
              <a:t>為何賣這個股數</a:t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1F2328"/>
                </a:solidFill>
                <a:latin typeface="Microsoft JhengHei"/>
                <a:ea typeface="Microsoft JhengHei"/>
              </a:rPr>
              <a:t>• 觸發條件中最嚴重者決定賣出比例：50%；限價取最近價 × 0.99（不低於跌停價）以提高成交機率</a:t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1F2328"/>
                </a:solidFill>
                <a:latin typeface="Microsoft JhengHei"/>
                <a:ea typeface="Microsoft JhengHei"/>
              </a:rPr>
              <a:t>• 賣出後剩餘 4 股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A5F"/>
                </a:solidFill>
                <a:latin typeface="Microsoft JhengHei"/>
                <a:ea typeface="Microsoft JhengHei"/>
              </a:rPr>
              <a:t>買進【進攻籃】6196 帆宣｜0 張 + 162 股｜限價 646.0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7606A"/>
                </a:solidFill>
                <a:latin typeface="Microsoft JhengHei"/>
                <a:ea typeface="Microsoft JhengHei"/>
              </a:rPr>
              <a:t>台股投資競賽 盤後檢討與隔日預掛單 2026-10-14　|　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143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• 買入帆宣162股，限價646元，停損581元，理由為綜合分數+0.70突破門檻，模型預期一個月創新高機率74.3%，超額報酬+6.16%，近三個月營收年增+88.5%，且股價在月線之上，量能放大，均線多頭排列，符合進攻籃選股邏輯，部位大小由風險預算與籃子上限共同決定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737360"/>
            <a:ext cx="5486400" cy="265176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828800"/>
            <a:ext cx="5212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A5F"/>
                </a:solidFill>
                <a:latin typeface="Microsoft JhengHei"/>
                <a:ea typeface="Microsoft JhengHei"/>
              </a:rPr>
              <a:t>為何選擇這檔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328"/>
                </a:solidFill>
                <a:latin typeface="Microsoft JhengHei"/>
                <a:ea typeface="Microsoft JhengHei"/>
              </a:rPr>
              <a:t>【進攻籃】綜合分數 +0.70 達門檻（+0.30）；一個月模型預期超額報酬排名全市場前 9%、創新高機率 74.3%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328"/>
                </a:solidFill>
                <a:latin typeface="Microsoft JhengHei"/>
                <a:ea typeface="Microsoft JhengHei"/>
              </a:rPr>
              <a:t>• 一個月模型：創 52 週新高機率 74.3%（全市場基準 18.1%，排名前 11%），預期超額報酬 +6.16%（排名前 9%）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328"/>
                </a:solidFill>
                <a:latin typeface="Microsoft JhengHei"/>
                <a:ea typeface="Microsoft JhengHei"/>
              </a:rPr>
              <a:t>• 距 52 週高點 -6.3%（52 週高 684.0，現價 641.0）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328"/>
                </a:solidFill>
                <a:latin typeface="Microsoft JhengHei"/>
                <a:ea typeface="Microsoft JhengHei"/>
              </a:rPr>
              <a:t>• 動能：近 20 日 +19.8%、近 60 日 +8.6%，相對大盤 20 日 +16.8%、60 日 +2.7%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737360"/>
            <a:ext cx="5486400" cy="265176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828800"/>
            <a:ext cx="5212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F3A5F"/>
                </a:solidFill>
                <a:latin typeface="Microsoft JhengHei"/>
                <a:ea typeface="Microsoft JhengHei"/>
              </a:rPr>
              <a:t>為何是這個股數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1F2328"/>
                </a:solidFill>
                <a:latin typeface="Microsoft JhengHei"/>
                <a:ea typeface="Microsoft JhengHei"/>
              </a:rPr>
              <a:t>• 籃子配置：進攻籃佔目標持股 100% → 目標金額 8,609,431 元（已持有 5,714,283 元）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1F2328"/>
                </a:solidFill>
                <a:latin typeface="Microsoft JhengHei"/>
                <a:ea typeface="Microsoft JhengHei"/>
              </a:rPr>
              <a:t>• 風險預算：總資產 9,566,035 元 × 每筆風險 1.5% × 信心係數 1.37（由綜合分數 +0.70 換算）= 196,761 元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1F2328"/>
                </a:solidFill>
                <a:latin typeface="Microsoft JhengHei"/>
                <a:ea typeface="Microsoft JhengHei"/>
              </a:rPr>
              <a:t>• 停損距離：取 2×ATR14 = 56.00 與距 10 日低點 537.00 的距離 109.00 之較大者，但不超過進場價 10%（64.60） = 64.60 元（進場 646.00 → 停損 581.00 元，10.0%）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1F2328"/>
                </a:solidFill>
                <a:latin typeface="Microsoft JhengHei"/>
                <a:ea typeface="Microsoft JhengHei"/>
              </a:rPr>
              <a:t>• 風險法可買股數 = 196,761 ÷ 64.60 = 3,046 股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1F2328"/>
                </a:solidFill>
                <a:latin typeface="Microsoft JhengHei"/>
                <a:ea typeface="Microsoft JhengHei"/>
              </a:rPr>
              <a:t>• 受「進攻籃單檔上限 25%」限制，下修至 2,561 股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1F2328"/>
                </a:solidFill>
                <a:latin typeface="Microsoft JhengHei"/>
                <a:ea typeface="Microsoft JhengHei"/>
              </a:rPr>
              <a:t>• 進攻籃合計超過籃子上限，等比例下修 1,342 股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1F2328"/>
                </a:solidFill>
                <a:latin typeface="Microsoft JhengHei"/>
                <a:ea typeface="Microsoft JhengHei"/>
              </a:rPr>
              <a:t>• 受可用資金限制，實際買 162 股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1F2328"/>
                </a:solidFill>
                <a:latin typeface="Microsoft JhengHei"/>
                <a:ea typeface="Microsoft JhengHei"/>
              </a:rPr>
              <a:t>• 進場價：限價 = 預測開盤價 642.41 × (1 + 0.5%) = 646.0，提高成交機率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1F2328"/>
                </a:solidFill>
                <a:latin typeface="Microsoft JhengHei"/>
                <a:ea typeface="Microsoft JhengHei"/>
              </a:rPr>
              <a:t>• 取整後：162 股（零股），金額約 104,652 元，佔總資產 1.1%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617720"/>
            <a:ext cx="5212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3A5F"/>
                </a:solidFill>
                <a:latin typeface="Microsoft JhengHei"/>
                <a:ea typeface="Microsoft JhengHei"/>
              </a:rPr>
              <a:t>多買／少買原因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【多買】綜合分數 +0.70 高，信心係數 1.37 ≥ 1 放大部位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【多買】一個月內創新高機率 74.3%，勝率高可多配置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【多買】月營收年增 +88.5%，基本面支撐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【多買】使用融資（自備 40%）放大部位：進攻籃允許融資，且融資借款仍在總資產 30% 上限內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【少買】日均波動（ATR）4.4%，波動大 → 停損距離遠 → 股數少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【少買】已達進攻籃單檔上限，分散風險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4617720"/>
            <a:ext cx="5212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3A5F"/>
                </a:solidFill>
                <a:latin typeface="Microsoft JhengHei"/>
                <a:ea typeface="Microsoft JhengHei"/>
              </a:rPr>
              <a:t>出場計畫（賣出條件與張數）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• 一個月目標：突破 52 週高點 684.0 元（距現價 6.3%）即確認創新高，續抱讓獲利奔跑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• 停損：收盤跌破 581.00 元全數賣出 162 股（零股）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• 訊號轉弱（綜合分數 ≤ -0.30）先減碼一半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A5F"/>
                </a:solidFill>
                <a:latin typeface="Microsoft JhengHei"/>
                <a:ea typeface="Microsoft JhengHei"/>
              </a:rPr>
              <a:t>執行後持股配置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7606A"/>
                </a:solidFill>
                <a:latin typeface="Microsoft JhengHei"/>
                <a:ea typeface="Microsoft JhengHei"/>
              </a:rPr>
              <a:t>台股投資競賽 盤後檢討與隔日預掛單 2026-10-14　|　21</a:t>
            </a:r>
          </a:p>
        </p:txBody>
      </p:sp>
      <p:pic>
        <p:nvPicPr>
          <p:cNvPr id="5" name="Picture 4" descr="2026-10-14_盤後檢討與隔日預掛單_all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6410" y="1097280"/>
            <a:ext cx="6598875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A5F"/>
                </a:solidFill>
                <a:latin typeface="Microsoft JhengHei"/>
                <a:ea typeface="Microsoft JhengHei"/>
              </a:rPr>
              <a:t>競賽規則檢查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7606A"/>
                </a:solidFill>
                <a:latin typeface="Microsoft JhengHei"/>
                <a:ea typeface="Microsoft JhengHei"/>
              </a:rPr>
              <a:t>台股投資競賽 盤後檢討與隔日預掛單 2026-10-14　|　22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19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8159"/>
                <a:gridCol w="1065516"/>
                <a:gridCol w="7103444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項目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結果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說明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禁止交易權證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通過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無權證標的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目前持股率 ≥ 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通過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目前 79.6%（建倉期至 10/16，不罰）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執行建議後持股率 ≥ 70%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通過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預估 80.7%（目標 90%）；注意只算實際成交，掛單未成交不算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交易過的標的 ≥ 5（每日收盤追蹤）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通過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已成交 13 檔＋本次建議 = 13 檔；執行後持有 13 檔（第三週 10/19 起才檢查）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總交易筆數 ≥ 10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通過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累計 83 筆＋本次建議 3 筆 = 86 筆；剩餘 32 個交易日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融資借款在自訂上限內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通過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融資借款 62,791 元 / 上限 2,869,810 元（總資產 30%）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累積報酬為正（才列入排名）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注意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目前累積報酬 -4.34%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A5F"/>
                </a:solidFill>
                <a:latin typeface="Microsoft JhengHei"/>
                <a:ea typeface="Microsoft JhengHei"/>
              </a:rPr>
              <a:t>模型健康度與調整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7606A"/>
                </a:solidFill>
                <a:latin typeface="Microsoft JhengHei"/>
                <a:ea typeface="Microsoft JhengHei"/>
              </a:rPr>
              <a:t>台股投資競賽 盤後檢討與隔日預掛單 2026-10-14　|　23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1874520"/>
                <a:gridCol w="374904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指標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樣本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表現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大盤隔夜跳空命中率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26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84.6%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個股隔夜跳空命中率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573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67.7%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一個月推薦實際超額報酬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918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+0.95%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一個月推薦實際創新高比例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918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42.2%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回測：前 20 名創新高率 / 基準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4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85.7% / 30.3%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回測：前 20 名月超額報酬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+6.62%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4297680"/>
            <a:ext cx="109728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F2328"/>
                </a:solidFill>
                <a:latin typeface="Microsoft JhengHei"/>
                <a:ea typeface="Microsoft JhengHei"/>
              </a:rPr>
              <a:t>• 目前未偵測到重大失誤，參數維持不變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A5F"/>
                </a:solidFill>
                <a:latin typeface="Microsoft JhengHei"/>
                <a:ea typeface="Microsoft JhengHei"/>
              </a:rPr>
              <a:t>累積報酬走勢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7606A"/>
                </a:solidFill>
                <a:latin typeface="Microsoft JhengHei"/>
                <a:ea typeface="Microsoft JhengHei"/>
              </a:rPr>
              <a:t>台股投資競賽 盤後檢討與隔日預掛單 2026-10-14　|　24</a:t>
            </a:r>
          </a:p>
        </p:txBody>
      </p:sp>
      <p:pic>
        <p:nvPicPr>
          <p:cNvPr id="5" name="Picture 4" descr="2026-10-14_盤後檢討與隔日預掛單_na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097280"/>
            <a:ext cx="11247120" cy="449884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