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盤後檢討與隔日預掛單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2026-10-22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863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-13.68%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74.2%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-0.06%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5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美股隔夜表現分歧，費城半導體上漲 1.97%，那斯達克上漲 1.05%，標普500上漲 0.58%，但那斯達克期貨下跌 1.67%，VIX恐慌指數上漲 9.35%。國際方面，中東戰火跨境蔓延，俄軍無人機襲擊歐盟境內，沙國機場遭襲，推升西德州原油價格上漲 2.57% 至 99.65 美元，強化聯準會高利率預期，導致黃金價格下跌 1.06% 失守 4100 美元。AI產業方面，黃仁勳在柏林GTC演講聚焦供應鏈擴產、資料中心提速與實體AI營收成長，輝達宣布Vera Rubin全面量產，並擴大自駕車、人形機器人與個人AI電腦布局，帶動AI基建需求持續升溫。然而，華爾街巨鱷Griffin表示投資人幾乎肯定身處AI泡沫，市場對AI晶片泡沫論與記憶體供需變數存在疑慮。台股因外資大額賣超 816 億元及地緣政治不確定性而大幅下跌 846 點，失守季線，新台幣兌美元匯率貶值至 32.672 元，創一年半新低。</a:t>
            </a:r>
          </a:p>
          <a:p>
            <a:pPr>
              <a:spcAft>
                <a:spcPts val="400"/>
              </a:spcAft>
            </a:pPr>
            <a:r>
              <a:rPr sz="1450" b="0">
                <a:solidFill>
                  <a:srgbClr val="1F2328"/>
                </a:solidFill>
                <a:latin typeface="Microsoft JhengHei"/>
                <a:ea typeface="Microsoft JhengHei"/>
              </a:rPr>
              <a:t>• 根據模型預測，今日台股大盤開盤將呈現平盤走勢，開盤後預計回落。模型對開盤方向的命中率為 83.6%，盤中走勢的命中率為 66.7%，顯示預測具有一定可靠性。考量到隔夜美股表現分歧以及國際地緣政治風險升溫，台股今日盤中可能面臨震盪壓力。（注意：盤後版使用的美股資料為前一晚收盤，明早 07:00 盤前報告會以最新美股重新計算）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+5.68%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-16.30%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-9.65%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9 張又 576 股（共 9,576 股），加碼後共 33 張又 576 股（共 33,576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7 張又 328 股（共 7,328 股），加碼後共 8 張又 328 股（共 8,328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4／警告 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【嚴重】3189 景碩：已跌破停損價 999.0（目前 986.0）：依紀律全數出場 → 建議賣出 1 張又 639 股（共 1,639 股）（持有 1,639 股的 100%），限價 976.0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846.0）：依紀律全數出場 → 建議賣出 1 張又 91 股（共 1,091 股）（持有 1,091 股的 100%），限價 837.0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597.0）：依紀律全數出場 → 建議賣出 2 張又 150 股（共 2,150 股）（持有 2,150 股的 100%），限價 591.0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1980.0）：依紀律全數出場 → 建議賣出 8 股（零股）（持有 8 股的 100%），限價 1960.0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聯茂：單日重挫 -5.59%：先減碼三分之一，確認原因後再決定 → 建議賣出 333 股（零股）（持有 1,000 股的 33%），限價 769.0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合晶：單日重挫 -5.86%：先減碼三分之一，確認原因後再決定 → 建議賣出 333 股（零股）（持有 1,000 股的 33%），限價 103.0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欣興：負面新聞：公司發生工安意外；股價偏弱，減碼三分之一 → 建議賣出 190 股（零股）（持有 570 股的 33%），限價 1070.0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【警告】6756 威鋒電子：負面新聞：公司有價證券於集中交易市場達公布注意交易資訊標準 → 減半買進（6 張又 645 股（共 6,645 股））或等回測支撐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43／跌停 15）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跌停｜3081 聯亞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即時新聞】聯亞(3081)盤中走強，市場聚焦AI矽光與營收連創新高 - CMoney；獲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跌停｜3624 光頡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可能原因（新聞）：光頡(3624)交期排到2027年下半年！預算達成率僅84%的一年，AI與漲價怎麼讓2026年翻盤？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跌停｜3441 聯一光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可能原因（新聞）：【13:24 即時新聞】聯一光(3441)股價走強，主力與法人籌碼同時受關注 - CMoney投資網誌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跌停｜3693 營邦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可能原因（新聞）：順德(2351)、營邦(3693)外資持股創高優勢怎麼看？｜大戶投策略選股｜外資持股創三年新高｜豐雲學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漲停｜2492 華新科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可能原因（新聞）：【即時新聞】華新科(2492)爆量鎖漲停，這「5檔概念股」買氣爆棚接棒上攻！ - CMoney；被動元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漲停｜6278 台表科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可能原因（新聞）：台表科拉高資本支出 - UDN；6278 台表科- 2026/10/16 利K賺選股方針- 股市爆料同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可能原因（新聞）：CCL指標股追價外資估聯茂獲利有望翻倍目標價直接喊上千金- 日報 - 工商時報；Factset 最新調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漲停｜6456 GIS-KY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可能原因（新聞）：今日漲停股｜被動元件與AI封測領軍，華新科、精材、GIS-KY強攻亮燈1021｜豐雲學堂2026 年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可能原因（新聞）：玉晶光(3406) 個股概覽 | 個股 - 股市 - CMoney；玉晶光(3406) 48億引資3M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漲停｜3532 台勝科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可能原因（新聞）：焦點股》台勝科：買盤回流 強攻漲停 - 自由財經；台勝科明年EPS推算 - CMoney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漲停｜4770 上品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化學生技醫療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可能原因（新聞）：上品(4770) 個股概覽 | 個股 - 股市 - CMoney；【11:03 即時新聞】上品(477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漲停｜6834 天二科技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可能原因（新聞）：6834 天二科技 - 向132邁進，讚！ - 股市爆料同學會 - CMoney；【13:19 即時新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-3.5%） → 進攻籃 80%（已持續 6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583 萬，執行後佔總資產 67.5%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進攻籃買進：6456 GIS-KY、6756 威鋒電子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194 萬，執行後佔總資產 24.9%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穩健籃買進：2850 新產、3034 聯詠、2885 元大金、5880 合庫金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目前市場處於灰燈中性狀態，大盤距離季線 -0.4%，20 日線 -3.5%。依據策略，進攻籃維持 75%、穩健籃 25% 的配置，ETF 籃則為 0%。今日穩健籃買進新產、聯詠、元大金、合庫金，主要考量其穩健分數達門檻，且預期最大回檔幅度較小。進攻籃則買進 GIS-KY 和威鋒電子，因其綜合分數高，一個月內創新高機率與預期超額報酬排名皆在前段班。同時，為維持獲利並優化組合，穩健籃的國票金、遠東銀、潤泰全及進攻籃的聯茂因預期報酬率不如替代標的，已獲利了結並換股。此外，致茂、中砂、帆宣、景碩因觸發停損，依紀律出場，資金將轉往評分最高的候選標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00930 永豐ESG低碳高息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3034 聯詠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1808 潤隆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建材營造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4167 松瑞藥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-13.68%、距高點回撤 -15.36%、剩 26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61.5%（模型估計，不是保證）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69 次，命中率 66.7%（基準 63.0%），平均每次 +1.18%（已扣成本）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補回虧損模式可考慮加碼大盤曝險，但加權指數在季線下（-0.36%），風控規定不加碼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9</a:t>
            </a:r>
          </a:p>
        </p:txBody>
      </p:sp>
      <p:pic>
        <p:nvPicPr>
          <p:cNvPr id="5" name="Picture 4" descr="2026-10-22_盤後檢討與隔日預掛單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56381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+0.71%（+4,800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元），主因為「產業因素」（+2.18%）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+0.38%（+1,804 元），主因為「產業因素」（+2.16%）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潤泰全：今日上漲 +0.35%（+1,435 元），主因為「個股特有因素」（+0.65%）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-2.38%（-39,336 元），主因為「大盤因素」（-3.24%）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-3.24%（-18,475 元），主因為「產業因素」（-1.85%）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+1,804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-1.64%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-39,336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-33,821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-38,700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-5.59%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-2.67%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+2.62%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949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今日持股表現分歧，金融股普遍上漲，合庫金上漲 0.71%（+4,800 元），主因為產業因素貢獻 2.16%。國票金上漲 0.30%（+2,021 元），主因為產業因素貢獻 2.18%。遠東銀上漲 0.38%（+1,804 元），主因為產業因素貢獻 2.16%。元大金上漲 1.54%（+1,100 元），主因為產業因素貢獻 2.16%。潤泰全上漲 0.35%（+1,435 元），主因為個股特有因素貢獻 0.65%。下跌的個股中，景碩下跌 2.38%（-39,336 元），主因為大盤因素貢獻 -3.24%。艾笛森下跌 3.24%（-18,475 元），主因為產業因素貢獻 -1.85%。中砂下跌 3.53%（-33,821 元），主因為大盤因素貢獻 -2.54%。帆宣下跌 2.93%（-38,700 元），主因為大盤因素貢獻 -2.32%。聯茂下跌 5.59%（-46,000 元），主因為產業因素貢獻 -3.13%。台橡下跌 0.71%（-600 元），主因為產業因素貢獻 2.12%。致茂下跌 1.49%（-240 元），主因為大盤因素貢獻 -2.77%。合晶下跌 5.86%（-6,500 元），主因為大盤因素貢獻 -3.26%。欣興下跌 1.36%（-8,550 元），主因為個股特有因素貢獻 4.91%。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11</a:t>
            </a:r>
          </a:p>
        </p:txBody>
      </p:sp>
      <p:pic>
        <p:nvPicPr>
          <p:cNvPr id="5" name="Picture 4" descr="2026-10-22_盤後檢討與隔日預掛單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目前累積損益為 -1,368,221 元（-13.68%），回到初始資金需上漲 15.85%，補回虧損是首要目標。穩健籃的合庫金與元大金將續抱，因模型預期仍為正，且換股效益不足以支付成本，元大金更是買進第 2 個交易日，未滿 10 個交易日不換股。進攻籃的台橡、欣興、合晶也將續抱，同樣因未滿 10 個交易日不換股，且未觸及停損。遠東銀、潤泰全、國票金、聯茂已獲利，將獲利了結並換股至 00939 統一台灣高息動能或 6870 騰雲，以追求更高的預期報酬。致茂、中砂、帆宣、景碩因收盤價已跌破停損價，將依紀律全數出場，資金轉往評分最高的候選標的 6870 騰雲，以加速補回虧損。整體而言，現有持股依模型加權的一個月預期報酬為 +5.19%（約 +447,927 元），將透過嚴守停損、獲利換股及積極配置高潛力標的來達成虧損補回目標。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-1,368,221 元（-13.68%），已實現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15.85%；只有正報酬才列入排名，補回虧損是第一優先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+5.19%（約 +447,927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進攻籃最佳替換候選：6870 騰雲，一個月預期報酬 +15.60%，創新高機率 85.0%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穩健籃最佳替換候選：00939 統一台灣高息動能，一個月預期報酬 +4.41%，收正報酬機率 76.7%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遠東銀（+11,936 元）：已獲利 +11,936 元（+2.55%）先入袋；這檔一個月預期只剩 +0.58%，轉買 00939 統一台灣高息動能（預期 +4.41%）扣除換股成本後多 3.25%（門檻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【獲利換股】2915 潤泰全（+1,850 元）：已獲利 +1,850 元（+0.45%）先入袋；這檔一個月預期只剩 +1.99%，轉買 00939 統一台灣高息動能（預期 +4.41%）扣除換股成本後多 1.83%（門檻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【獲利換股】2889 國票金（+36,804 元）：已獲利 +36,804 元（+5.68%）先入袋；這檔一個月預期只剩 +2.31%，轉買 00939 統一台灣高息動能（預期 +4.41%）扣除換股成本後多 1.52%（門檻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合庫金（+49,505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元大金（+1,298 元）：買進第 2 個交易日，未滿 10 個交易日不換股、不因分數小幅轉弱賣出（模型排名每天都會小幅變動，來回換股要付約 0.58% 成本）；跌破停損 67.62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台橡（-4,327 元）：買進第 9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致茂（-3,085 元）：收盤 1980.0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中砂（-187,461 元）：收盤 846.0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帆宣（-81,212 元）：收盤 597.0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【續抱】3037 欣興（-55,110 元）：買進第 7 個交易日，未滿 10 個交易日不換股、不因分數小幅轉弱賣出（模型排名每天都會小幅變動，來回換股要付約 0.58% 成本）；跌破停損 1046.11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聯茂（+49,965 元）：已獲利 +49,965 元（+6.87%）先入袋；這檔一個月預期只剩 +6.86%，轉買 6870 騰雲（預期 +15.60%）扣除換股成本後多 8.16%（門檻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合晶（-11,165 元）：買進第 7 個交易日，未滿 10 個交易日不換股、不因分數小幅轉弱賣出（模型排名每天都會小幅變動，來回換股要付約 0.58% 成本）；跌破停損 97.31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【換股】3591 艾笛森（-37,413 元）：6870 騰雲 扣除換股成本後的預期報酬比續抱高 6.28%（門檻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【停損換股】3189 景碩（-161,054 元）：收盤 986.0 已跌破停損價 999.0，依紀律出場；資金轉往評分最高的候選標的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沙烏地阿拉伯與俄羅斯油田設施遭無人機襲擊促使國際油價上漲：此為短期有利因素。台橡受此事件影響，預計有利 0.44%（+371 元），支持續抱。艾笛森、帆宣、聯茂、致茂、合晶則輕度不利，影響幅度介於 -0.5% 至 -0.81%，將列入觀察，暫不調整部位。油價攀升強化美聯儲高利率預期並壓抑黃金價格表現：此為中期不利因素。遠東銀、景碩、帆宣、台橡、致茂、合晶、欣興、元大金皆受輕度不利影響，幅度介於 -0.13% 至 -0.99%，將列入觀察，維持原決策。市場對AI獲利疑慮再起誘發股市震盪並促使資金湧入美債與日圓避險：此為短期不利因素。景碩、中砂、帆宣、聯茂、致茂、合晶、欣興因敏感度高且不利，影響幅度介於 -1.01% 至 -1.49%，將嚴守停損並暫停加碼，若事件延續且跌破月線，將先減碼一半。合庫金、國票金、遠東銀、潤泰全、艾笛森、元大金則影響有限或輕度不利，維持原決策。加拿大宣布87億加元戰略產業援助計劃以應對美國關稅衝擊：此為中期不利因素。影響與「市場對AI獲利疑慮再起」事件相同，景碩、中砂、帆宣、聯茂、致茂、合晶、欣興將嚴守停損並暫停加碼，若事件延續且跌破月線，將先減碼一半。其他持股影響有限或輕度不利，維持原決策。能源價格上漲與財政疑慮致使法國10年期公債殖利率突破5%：此為中期不利因素。影響與「市場對AI獲利疑慮再起」事件相同，景碩、中砂、帆宣、聯茂、致茂、合晶、欣興將嚴守停損並暫停加碼，若事件延續且跌破月線，將先減碼一半。其他持股影響有限或輕度不利，維持原決策。美元高檔與外資賣壓致使新台幣匯率下探一年半新低：此為短期不利因素。景碩、欣興受輕度不利影響，幅度介於 -0.64% 至 -0.74%，將列入觀察，暫不調整部位。其他持股歷史相關性未達統計顯著，不列入影響。AI巨頭Anthropic算力合約持續擴增帶動科技基建需求：此為中期有利因素。國票金、潤泰全、景碩、艾笛森、中砂、帆宣、聯茂、台橡、致茂、合晶、欣興、元大金皆受有利影響，幅度介於 0.18% 至 2.2%，支持續抱，若一個月模型仍在前段班，可作為加碼依據。中國前三季動力電池出口大幅成長且上海GDP保持成長：此為中期有利因素。合庫金、遠東銀、帆宣、致茂、欣興皆受有利影響，幅度介於 0.16% 至 0.75%，支持續抱，若一個月模型仍在前段班，可作為加碼依據。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沙烏地阿拉伯與俄羅斯油田設施遭無人機襲擊促使國際油價上漲 → 西德州原油↑：預估 -19,674 元（-0.23%）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油價攀升強化美聯儲高利率預期並壓抑黃金價格表現 → 黃金↓：預估 -28,641 元（-0.33%）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市場對AI獲利疑慮再起誘發股市震盪並促使資金湧入美債與日圓避險 → VIX恐慌指數↑：預估 -71,156 元（-0.82%）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加拿大宣布87億加元戰略產業援助計劃以應對美國關稅衝擊 → VIX恐慌指數↑：預估 -71,156 元（-0.82%）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能源價格上漲與財政疑慮致使法國10年期公債殖利率突破5% → VIX恐慌指數↑：預估 -71,156 元（-0.82%）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美元高檔與外資賣壓致使新台幣匯率下探一年半新低 → 美元兌台幣↑：預估 -15,917 元（-0.18%）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AI巨頭Anthropic算力合約持續擴增帶動科技基建需求 → 費城半導體↑：預估 +83,629 元（+0.97%）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中國前三季動力電池出口大幅成長且上海GDP保持成長 → 中國大型股ETF↑：預估 +13,438 元（+0.16%）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國際事件：沙烏地阿拉伯與俄羅斯油田設施遭無人機襲擊促使國際油價上漲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-0.1064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-0.2222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-5,905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國際事件：油價攀升強化美聯儲高利率預期並壓抑黃金價格表現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0.0402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0.0562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0.0839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0.4777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-13,898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+0.08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0.2195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0.2793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-6,418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0.3379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-6,123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國際事件：市場對AI獲利疑慮再起誘發股市震盪並促使資金湧入美債與日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-1,354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-1,055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-16,484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999.0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-0.1259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-9,322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936.69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599.23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-9,635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639.23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2069.91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97.31 元、暫停加碼；若事件延續且跌破月線，先減碼一半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-0.1857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-9,215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不利且敏感度高：嚴守停損 1046.11 元、暫停加碼；若事件延續且跌破月線，先減碼一半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17</a:t>
            </a:r>
          </a:p>
        </p:txBody>
      </p:sp>
      <p:pic>
        <p:nvPicPr>
          <p:cNvPr id="5" name="Picture 4" descr="2026-10-22_盤後檢討與隔日預掛單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709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17.9%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18</a:t>
            </a:r>
          </a:p>
        </p:txBody>
      </p:sp>
      <p:pic>
        <p:nvPicPr>
          <p:cNvPr id="5" name="Picture 4" descr="2026-10-22_盤後檢討與隔日預掛單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19</a:t>
            </a:r>
          </a:p>
        </p:txBody>
      </p:sp>
      <p:pic>
        <p:nvPicPr>
          <p:cNvPr id="5" name="Picture 4" descr="2026-10-22_盤後檢討與隔日預掛單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122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206,150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 張+416股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16.75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685,051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479,744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414,599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1,616,054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 張+528股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26.55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551,177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922,986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1,283,550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769.0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1960.0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15,840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329,000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穩健｜3034 聯詠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張+469股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522.0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272,020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張+328股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526,883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風險警示：負面新聞：公司發生工安意外；股價偏弱，減碼三分之一；法人近 5 日賣超 11,876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-5.86%：先減碼三分之一，確認原因後再決定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2889 國票金｜40 張 + 416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+36,804 元（+5.68%）先入袋；這檔一個月預期只剩 +2.31%，轉買 00939 統一台灣高息動能（預期 +4.41%）扣除換股成本後多 1.52%（門檻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40 張又 416 股（共 40,416 股），回收資金約 685,051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+11,936 元（+2.55%）先入袋；這檔一個月預期只剩 +0.58%，轉買 00939 統一台灣高息動能（預期 +4.41%）扣除換股成本後多 3.25%（門檻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479,744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+1,850 元（+0.45%）先入袋；這檔一個月預期只剩 +1.99%，轉買 00939 統一台灣高息動能（預期 +4.41%）扣除換股成本後多 1.83%（門檻 1.0%），且收正報酬機率不低於原標的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7 張又 173 股（共 7,173 股），回收資金約 414,599 元，依分數重新配置到同一籃的買進候選（最佳替換標的 00939 統一台灣高息動能，實際買進股數受單一標的與產業上限約束，見買進明細）；部分換股會讓兩檔都表現平庸，因此一次換完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986.00 元 ≤ 停損價 999.00 元（成本 1084.26 元，損益 -9.06%）；同時風險警示：已跌破停損價 999.0（目前 986.0）：依紀律全數出場；負面新聞：Factset預估EPS下修至11.81元；股價偏弱，減碼三分之一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3591 艾笛森｜20 張 + 528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換股：6870 騰雲 扣除換股成本後的預期報酬比續抱高 6.28%（門檻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20 張又 528 股（共 20,528 股），回收資金約 551,177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846.00 元 ≤ 停損價 936.69 元（成本 1017.82 元，損益 -16.88%）；同時風險警示：已跌破停損價 936.69（目前 846.0）：依紀律全數出場；法人近 5 日賣超 1,016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597.00 元 ≤ 停損價 599.23 元（成本 634.77 元，損益 -5.95%）；同時風險警示：已跌破停損價 599.23（目前 597.0）：依紀律全數出場；負面新聞：董事會決議發行國內第六次無擔保可轉換公司債；股價偏弱，減碼三分之一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+49,965 元（+6.87%）先入袋；這檔一個月預期只剩 +6.86%，轉買 6870 騰雲（預期 +15.60%）扣除換股成本後多 8.16%（門檻 1.0%），且創新高機率不低於原標的；同時風險警示：單日重挫 -5.59%：先減碼三分之一，確認原因後再決定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777,000 元，依分數重新配置到同一籃的買進候選（最佳替換標的 6870 騰雲，實際買進股數受單一標的與產業上限約束，見買進明細）；部分換股會讓兩檔都表現平庸，因此一次換完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1980.00 元 ≤ 停損價 2069.91 元（成本 2365.62 元，損益 -16.30%）；同時風險警示：已跌破停損價 2069.91（目前 1980.0）：依紀律全數出場；負面新聞：董事會決議辦理現金增資發行普通股參與發行海外存託憑證；股價偏弱，減碼三分之一；法人近 5 日賣超 2,834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買進【穩健籃】2850 新產｜2 張｜限價 164.5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此為穩健籃配置，因穩健分數高且基本面佳，買進 2 張。停損價為 157.00 元，若訊號轉弱或達獲利目標將考慮換股。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+0.79 達門檻（+0.20）；一個月收正報酬機率 62.3%、預期最大回檔 -6.7%，且未過熱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62.3%（全市場基準 51.8%），預期最大回檔 -6.7%（回檔幅度排名全市場最小的前 7%）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57.6%、預期報酬 +14.8%（模型估計，不是保證）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0.15（大盤漲跌 1% 時約變動 0.15%），日波動 1.77%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749,200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1.48（由穩健分數 +0.79 換算）= 102,287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7.29 與距 10 日低點 162.00 的距離 2.50 之較大者 = 7.29 元（進場 164.50 → 停損 157.00 元，4.4%）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102,287 ÷ 7.29 = 14,039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受「流動性上限（20 日均量 325 張 × 2%）」限制，下修至 6,502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4,431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2,000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164.66 與前一日收盤 165.0 的較低者 = 164.5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張（2,000 股），金額約 329,000 元，佔總資產 3.8%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71 股只有 11,680 元，低於 14,035 元會被最低手續費 20 元拉高費率（約 0.17%），所以不買零股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+0.79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【多買】日均波動（ATR）2.2%，波動溫和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62.3%，可提高「正報酬晉級」機率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【少買】成交量不足，為避免衝擊價格而少買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-6.7%，下檔風險偏大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157.00 元全數賣出 2 張（2,000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買進【穩健籃】3034 聯詠｜0 張 + 469 股｜限價 580.0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此為穩健籃配置，因穩健分數高且法人連續買超，買進 469 股。停損價為 522.00 元，若訊號轉弱或達獲利目標將考慮換股。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+0.59 達門檻（+0.20）；一個月收正報酬機率 54.2%、預期最大回檔 -7.3%，且未過熱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54.2%（全市場基準 51.8%），預期最大回檔 -7.3%（回檔幅度排名全市場最小的前 10%）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62.3%、預期報酬 +4.7%（模型估計，不是保證）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0.51（大盤漲跌 1% 時約變動 0.51%），日波動 1.84%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749,200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1.24（由穩健分數 +0.59 換算）= 85,541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35.43 與距 10 日低點 522.00 的距離 58.00 之較大者 = 58.00 元（進場 580.00 → 停損 522.00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85,541 ÷ 58.00 = 1,475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1,005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580.93 與前一日收盤 583.0 的較低者 = 580.0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取整後：469 股（零股），金額約 272,020 元，佔總資產 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+0.59 高，信心係數 1.24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【多買】日均波動（ATR）3.0%，波動溫和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7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+25.0%，基本面支撐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54.2%，勝率普通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-7.3%，下檔風險偏大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522.00 元全數賣出 469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元大金｜7 張 + 328 股｜限價 71.9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此為穩健籃配置，因穩健分數高且法人買超，買進 7 張又 328 股。停損價為 68.30 元，若訊號轉弱或達獲利目標將考慮換股。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+0.56 達門檻（+0.20）；一個月收正報酬機率 62.3%、預期最大回檔 -6.8%，且未過熱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62.3%（全市場基準 51.8%），預期最大回檔 -6.8%（回檔幅度排名全市場最小的前 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59.3%、預期報酬 +4.3%（模型估計，不是保證）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0.63（大盤漲跌 1% 時約變動 0.63%），日波動 1.49%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749,200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1.21（由穩健分數 +0.56 換算）= 83,210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3.53 與距 10 日低點 68.30 的距離 3.60 之較大者 = 3.60 元（進場 71.90 → 停損 68.30 元，5.0%）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83,210 ÷ 3.60 = 23,114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23,004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15,675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71.96 與前一日收盤 72.4000015258789 的較低者 = 71.9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張又 328 股（共 7,328 股），金額約 526,883 元，佔總資產 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+0.56 高，信心係數 1.21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【多買】日均波動（ATR）2.4%，波動溫和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62.3%，可提高「正報酬晉級」機率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-6.8%，下檔風險偏大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68.30 元全數賣出 7 張又 328 股（共 7,328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買進【穩健籃】5880 合庫金｜9 張 + 576 股｜限價 28.05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此為穩健籃配置，因穩健分數達門檻且波動溫和，買進 9 張又 576 股。停損價為 26.35 元，若訊號轉弱或達獲利目標將考慮換股。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+0.38 達門檻（+0.20）；一個月收正報酬機率 49.4%、預期最大回檔 -8.1%，且未過熱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49.4%（全市場基準 51.8%），預期最大回檔 -8.1%（回檔幅度排名全市場最小的前 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59.9%、預期報酬 +3.1%（模型估計，不是保證）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-0.01（大盤漲跌 1% 時約變動 -0.01%），日波動 1.29%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1,942,150 元（已持有 749,200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0.97（由穩健分數 +0.38 換算）= 66,896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1.08 與距 10 日低點 26.35 的距離 1.70 之較大者 = 1.70 元（進場 28.05 → 停損 26.35 元，6.1%）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66,896 ÷ 1.70 = 39,351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受「產業上限 50%（金融保險）」限制，下修至 30,060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20,484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28.07 與前一日收盤 28.200000762939453 的較低者 = 28.05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取整後：9 張又 576 股（共 9,576 股），金額約 268,607 元，佔總資產 3.1%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【多買】日均波動（ATR）1.9%，波動溫和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【少買】穩健分數 +0.38 普通，信心係數 0.97 &lt; 1 縮小部位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49.4%，勝率普通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-8.1%，下檔風險偏大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【少買】月營收年減 -15.5%，基本面偏弱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26.35 元全數賣出 9 張又 576 股（共 9,576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GIS-KY｜19 張 + 288 股｜限價 103.0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此為進攻籃配置，因綜合分數高且創新高機率與預期超額報酬皆優異，買進 19 張又 288 股。停損價為 92.70 元，若訊號轉弱或達獲利目標將考慮換股。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+0.73 達門檻（+0.30）；一個月模型預期超額報酬排名全市場前 3%、創新高機率 85.5%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85.5%（全市場基準 17.9%，排名前 3%），預期超額報酬 +8.66%（排名前 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-5.6%（52 週高 108.0，現價 102.0）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+41.9%、近 60 日 +61.7%，相對大盤 20 日 +45.4%、60 日 +56.1%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807,250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1.41（由綜合分數 +0.73 換算）= 97,625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15.54 與距 10 日低點 83.30 的距離 19.70 之較大者，但不超過進場價 10%（10.30） = 10.30 元（進場 103.00 → 停損 92.70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97,625 ÷ 10.30 = 9,478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9,811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102.04 × (1 + 0.5%) = 103.0，提高成交機率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取整後：19 張又 288 股（共 19,288 股），金額約 1,986,664 元，佔總資產 23.0%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+0.73 高，信心係數 1.41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85.5%，勝率高可多配置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5.6%）即確認創新高，續抱讓獲利奔跑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92.70 元全數賣出 19 張又 288 股（共 19,288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買進【進攻籃】6756 威鋒電子｜13 張 + 290 股｜限價 122.5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此為進攻籃配置，因綜合分數高且創新高機率與預期超額報酬皆優異，買進 13 張又 290 股。停損價為 110.00 元，若訊號轉弱或達獲利目標將考慮換股。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+0.73 達門檻（+0.30）；一個月模型預期超額報酬排名全市場前 2%、創新高機率 75.1%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75.1%（全市場基準 17.9%，排名前 6%），預期超額報酬 +8.67%（排名前 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-6.7%（52 週高 134.5，現價 125.5）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+29.4%、近 60 日 +32.1%，相對大盤 20 日 +32.9%、60 日 +26.6%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5,826,451 元（已持有 807,250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8,631,779 元 × 每筆風險 0.8% × 信心係數 1.41（由綜合分數 +0.73 換算）= 97,366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11.61 與距 10 日低點 91.80 的距離 30.70 之較大者，但不超過進場價 10%（12.25） = 12.25 元（進場 122.50 → 停損 110.00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97,366 ÷ 12.25 = 7,948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5,342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78.8 &gt; 75 偏熱，不追價：限價設在前一日收盤 125.5 − 0.5×ATR 5.81 = 122.5，等回檔才買（可能當日不成交）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取整後：13 張又 290 股（共 13,290 股），金額約 1,628,025 元，佔總資產 18.9%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+0.73 高，信心係數 1.41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75.1%，勝率高可多配置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+66.2%，基本面支撐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78.8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134.5 元（距現價 6.7%）即確認創新高，續抱讓獲利奔跑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110.00 元全數賣出 13 張又 290 股（共 13,290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38</a:t>
            </a:r>
          </a:p>
        </p:txBody>
      </p:sp>
      <p:pic>
        <p:nvPicPr>
          <p:cNvPr id="5" name="Picture 4" descr="2026-10-22_盤後檢討與隔日預掛單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8484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96.2%（每日收盤檢查，未達扣報酬率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74.2%（目標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18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17 筆 = 105 筆；剩餘 26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2,589,534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-13.68%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40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87.5% / 30.2%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[中] 穩健籃推薦後 5 日：收正比例 28%、平均最大回檔 -3.0%（警戒 45%／-5%）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[高] 總資產自高點 10,198,741 回落 15.4%，超過 8%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偵測結果：穩健籃推薦後 5 日：收正比例 28%、平均最大回檔 -3.0%（警戒 45%／-5%）；總資產自高點 10,198,741 回落 15.4%，超過 8%。修正：未修改參數。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盤後檢討與隔日預掛單 2026-10-22　|　41</a:t>
            </a:r>
          </a:p>
        </p:txBody>
      </p:sp>
      <p:pic>
        <p:nvPicPr>
          <p:cNvPr id="5" name="Picture 4" descr="2026-10-22_盤後檢討與隔日預掛單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