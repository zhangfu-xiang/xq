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開盤前更新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2026-10-08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1,004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+0.37%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100.0%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-0.21%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美股四大指數全線收黑，費城半導體指數跌1.15%，台積電ADR連兩日下跌。美10年期債殖利率一度衝上5.36%創24年高，美元兌台幣升值0.08%。台股在5萬點關前震盪，三大法人領212億元出場，台指收盤小跌16點。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今日台股開盤預測開低0.21%，模型開盤命中率80.2%，盤中預測回落0.1%，整體偏空。（08:20 更新：那斯達克期貨 31411.25，-0.23%）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1／警告 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【嚴重】3231 緯創：負面新聞：緯創3月營收創單月新高 首季業績寫歷年單季最強 → 暫緩買進，等利空明朗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【警告】1210 大成：負面新聞：《外資》賣超股：臺企銀、聯發科、聯嘉投控 → 減半買進（2 張又 500 股（共 2,500 股））或等回測支撐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【警告】5432 新門：負面新聞：個股：新門(5432)9/3～10/6處分創見股票219張，獲利約496萬元 → 減半買進（1 張又 863 股（共 1,863 股））或等回測支撐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【警告】交易過的標的 0／5 檔，還差 5 檔：每日收盤追蹤「交易過的標的數目」，未達每次扣報酬率 0.2%（建倉期至 10/18 不罰） → 建倉期結束前至少成交 5 檔不同標的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【提醒】電子零組件業 9 檔漲停：同產業集體漲停：華新科、光頡、倉和、鈺邦、騰輝電子-KY、志超 → 題材發酵中，但不追漲停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【提醒】半導體業 5 檔漲停：同產業集體漲停：台勝科、宏捷科、台星科、點序、合邦 → 題材發酵中，但不追漲停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【提醒】交易筆數 1／10 筆，還差 9 筆：競賽期間買進、賣出各算一筆，總數需達 10 筆以上，否則不列入排名 → 照建議下單即可達標；只算實際成交，掛單沒成交不算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【提醒】TX202610 多 2 口，未實現損益 +37,200 元：均價 49,875、現價 49,968 → 依建議的停損停利執行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35／跌停 7）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跌停｜6515 穎崴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可能原因（新聞）：「前後任股后」雙觸跌停！ 川湖、穎崴9月營收翻車投資人失血 - ETtoday財經雲；穎崴(6515)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跌停｜2059 川湖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可能原因（新聞）：股后川湖一字跌停！9月營收驟減31％嚇壞市場 1張蒸發131萬、逾900張排隊賣 - Yahoo股市；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跌停｜7788 松川精密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可能原因（新聞）：松川精密(7788)2025股利發放日、除權息日與歷年配息金額 - 股市爆料同學會 - CMoney；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跌停｜7792 安葆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其他電子類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可能原因（新聞）：盤中速報 - 安葆(7792)股價殺至跌停，跌停價406.5元，成交1,063張 - TradingV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漲停｜2492 華新科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可能原因（新聞）：被動元件紅通通！華新科連2燈、國巨飆一個半月新高 分析師這樣看 - Yahoo股市；華新科強勢補漲挑戰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漲停｜1301 台塑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塑膠工業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可能原因（新聞）：四寶發威了！台塑、南亞衝漲停 台塑化噴8% - Yahoo股市；【11:12 即時新聞】台塑(1301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漲停｜6442 光聖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可能原因（新聞）：光聖(6442)本益比查詢｜PE估值與河流圖合理區間解析 - 股市爆料同學會 - CMoney；光聖(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漲停｜1802 台玻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玻璃陶瓷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可能原因（新聞）：台玻爆量漲停！睽違逾2個月重返65元關卡 6000人提早下車「一張少賺2.37萬元」 - Yahoo股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漲停｜3532 台勝科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可能原因（新聞）：【11:49 即時新聞】台勝科(3532)股價走強靠攏500元關卡，矽晶圓族群成盤中焦點 - CMon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漲停｜3624 光頡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可能原因（新聞）：營收速報 - 光頡(3624)9月營收3.80億元年增率高達67.43％ - TradingView；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漲停｜4908 前鼎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可能原因（新聞）：前鼎(4908)千張大戶與散戶持股比例，持股籌碼集中度查詢 - 股市爆料同學會 - CMoney；【0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漲停｜8086 宏捷科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可能原因（新聞）：宏捷科(8086) 今日股價與討論 - 股市爆料同學會 - CMoney；穩懋(3105)股價噴出，宏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76%／穩健 14%／ETF 10%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綠燈：大盤強勢（站上月線與季線、20 日漲 +7.0%），積極進攻 → 進攻籃 85%（已持續 36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依據：2020-12～2026-10 加權指數 1,399 個交易日（訊號隔日生效、換籃成本 0.6% 照算；進攻 β1.3／穩健 β0.6 代理），綠燈進攻 85%／中性 60%／紅燈 30% 年化 26.3%、最大回檔 -29.0%，優於固定進攻 60%／穩健 40%（25.4%、-32.2%）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85%、穩健籃 15%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76%、穩健籃 14%、ETF 籃 10%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15%（分散個股風險、證交稅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綠燈強勢 → ETF −5%，資金優先給進攻個股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10%（佔股票＋ETF 目標持股；基準 15%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691 萬，執行後佔總資產 76.5%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進攻籃買進：1303 南亞、3189 景碩、6811 宏碁資訊、3037 欣興、5432 新門、8046 南電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122 萬，執行後佔總資產 13.5%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穩健籃買進：1608 華榮、3231 緯創、4585 達明、1210 大成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90 萬，執行後佔總資產 10.0%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籃買進：00731 復華富時高息低波、00692 富邦公司治理、00757 統一FANG+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進攻籃佔目標持股76%，穩健籃14%，ETF籃10%。進攻籃買入南亞、景碩、宏碁資訊、欣興、新門、南電等高成長股，穩健籃買入華榮、緯創、達明、大成等低波動股，ETF籃買入復華富時高息低波、富邦公司治理、統一FANG+。調整原因為綠燈強勢，積極進攻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00955 中信日本商社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00939 統一台灣高息動能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1608 華榮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電器電纜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63.8%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00882 中信中國高股息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49.7%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3231 緯創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00896 中信綠能及電動車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54.4%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00757 統一FANG+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4585 達明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其他電子業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46.8%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00934 中信成長高股息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00770 國泰北美科技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1210 大成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食品工業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期貨與選擇權判斷：期貨不操作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+0.37%、距高點回撤 -1.52%、剩 35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正常狀態：訊號夠強時以小部位放大報酬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56.6%（模型估計，不是保證）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 73 次，命中率 65.8%（基準 63.9%），平均每次 +1.17%（已扣成本）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1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已持有 TX202610 多 2 口，每點 400 元，已達建議曝險每點 70 元，不再加碼；現有曝險是建議的 5.7 倍，若跌 1,307 點（停損距離）約虧損 522,800 元（總資產 5.2%），可考慮減碼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為何今日會漲／會跌（2026-10-06）｜候選股示範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8</a:t>
            </a:r>
          </a:p>
        </p:txBody>
      </p:sp>
      <p:pic>
        <p:nvPicPr>
          <p:cNvPr id="5" name="Picture 4" descr="2026-10-08_開盤前更新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589520" cy="469601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1303 南亞：今日上漲 +2.45%，主因為「產業因素」（+1.73%）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景碩：今日下跌 -2.28%，主因為「個股特有因素」（-1.53%）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6811 宏碁資訊：今日上漲 +0.81%，主因為「個股特有因素」（+2.08%）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3037 欣興：今日下跌 -1.13%，主因為「產業因素」（-0.76%）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5432 新門：今日上漲 +9.83%，主因為「個股特有因素」（+9.68%）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1303 南亞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+2.45%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+1.73%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6811 宏碁資訊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+0.81%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+2.08%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5432 新門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+9.83%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+9.68%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36576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南亞今日上漲2.45%，主要因產業因素貢獻+1.73%，大盤貢獻+0.35%，個股因素+0.36%。景碩今日下跌-2.28%，主要因個股特有因素-1.53%，產業因素-1.15%，大盤貢獻+0.40%。宏碁資訊今日上漲0.81%，主要因個股特有因素+2.08%，大盤貢獻+0.10%，產業因素-1.38%。欣興今日下跌-1.13%，主要因產業因素-0.76%，大盤貢獻+0.37%，個股因素-0.75%。新門今日上漲9.83%，主要因個股特有因素+9.68%，大盤貢獻+0.15%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10</a:t>
            </a:r>
          </a:p>
        </p:txBody>
      </p:sp>
      <p:pic>
        <p:nvPicPr>
          <p:cNvPr id="5" name="Picture 4" descr="2026-10-08_開盤前更新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無虧損，累積損益+36,640元(+0.37%)。維持獲利做法為依照出場計畫執行停利與停損，穩健籃華榮在第1段停利漲至39.2元賣出2張又977股，第2段停利漲至41.4元再賣剩餘50%，其餘用移動停損；進攻籃南亞一個月目標突破52週高點322.0元即確認創新高，續抱讓獲利奔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+36,640 元（+0.37%），已實現 +0 元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進攻籃最佳替換候選：2455 全新，一個月預期報酬 +15.53%，創新高機率 78.1%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穩健籃最佳替換候選：00939 統一台灣高息動能，一個月預期報酬 +4.38%，收正報酬機率 74.6%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目前無持股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美債殖利率升至24年高點引發通膨與高利率擔憂，美股四大指數全線收黑，對台積電ADR等科技股造成拖累，方向為負面，幅度約台積電ADR跌2.09%，後續決策為觀察台積電ADR是否跌破月線，若跌破則考慮減碼。美元升值創近18個月新高，美債殖利率升高，市場預期年底前再升息，對新台幣造成貶壓，方向為負面，幅度約新台幣週三小貶1.4分，後續決策為關注匯率對出口股影響。中東局勢升溫推升油價，美債殖利率飆高拖累全球股市，方向為負面，幅度約油價劇烈震盪，後續決策為觀察油價對能源股與整體市場影響。聯準會多數官員估年底再升息，市場押注10月維持利率不變，方向為中性，幅度不明，後續決策為密切關注Fed動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美債殖利率升至24年高點，引發通膨與高利率擔憂，美股四大指數全線收黑 → 美國10年債殖利率↑：預估 +0 元（+0.00%）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美元升值創近18個月新高，美債殖利率升高，市場預期年底前再升息 → 美元兌台幣↑：預估 -11,040 元（-0.11%）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中東局勢升溫推升油價，美債殖利率飆高拖累全球股市 → 西德州原油↑：預估 +0 元（+0.00%）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美股四大指數全黑，費半挫1.15%，台積電ADR連兩黑，受通膨與高利率疑慮影響 → 標普500↓：預估 -44,462 元（-0.44%）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聯準會多數官員估年底再升息，市場押注10月維持利率不變 → 美國10年債殖利率↑：預估 +0 元（+0.00%）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美債殖利率與美元雙雙回升，新台幣週三小貶1.4分 → 美元兌台幣↑：預估 -11,040 元（-0.11%）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美聯準會議紀要顯示部分官員主張為市場壓力預做準備 → VIX恐慌指數↑：預估 -45,466 元（-0.45%）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美股收盤…美債殖利率衝24年高點標普500、那斯達克自歷史新高回落 → 標普500↓：預估 -44,462 元（-0.44%）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國際事件：美債殖利率升至24年高點，引發通膨與高利率擔憂，美股四大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1303 南亞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0.0166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6811 宏碁資訊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-0.0315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5432 新門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+0.04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國際事件：美元升值創近18個月新高，美債殖利率升高，市場預期年底前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1303 南亞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-1.0577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-2.0807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6811 宏碁資訊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0.4295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-1.838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5432 新門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-1.2972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-0.42%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-4,215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國際事件：中東局勢升溫推升油價，美債殖利率飆高拖累全球股市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1303 南亞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-0.0908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6811 宏碁資訊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-0.0783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-0.1314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5432 新門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0.0094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16</a:t>
            </a:r>
          </a:p>
        </p:txBody>
      </p:sp>
      <p:pic>
        <p:nvPicPr>
          <p:cNvPr id="5" name="Picture 4" descr="2026-10-08_開盤前更新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652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20.9%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17</a:t>
            </a:r>
          </a:p>
        </p:txBody>
      </p:sp>
      <p:pic>
        <p:nvPicPr>
          <p:cNvPr id="5" name="Picture 4" descr="2026-10-08_開盤前更新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18</a:t>
            </a:r>
          </a:p>
        </p:txBody>
      </p:sp>
      <p:pic>
        <p:nvPicPr>
          <p:cNvPr id="5" name="Picture 4" descr="2026-10-08_開盤前更新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450949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穩健｜1608 華榮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 張+933股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35.2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330,521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穩健｜3231 緯創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張+730股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184.5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503,685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穩健｜4585 達明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張+912股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282.0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264,480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穩健｜1210 大成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 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進攻｜00731 復華富時高息低波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張+963股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98.6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96.5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292,152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進攻｜00692 富邦公司治理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張+444股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99.45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342,506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進攻｜00757 統一FANG+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張+554股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144.4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140.9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368,798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進攻｜1303 南亞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 張+657股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1,422,714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張+264股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1110.0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999.0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1,403,040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進攻｜6811 宏碁資訊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 張+995股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1,381,118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張+45股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1310.0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1175.0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1,368,950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進攻｜5432 新門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張+727股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732,356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進攻｜8046 南電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張+921股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1485.0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1335.0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1,367,685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買進【穩健籃】1608 華榮｜8 張 + 933 股｜限價 37.0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選擇華榮是因穩健分數達門檻且未過熱，買8張又933股是風險預算與流動性上限的結果，出場計畫為停損35.2元，第1段停利39.2元賣出2張又977股，第2段停利41.4元再賣剩餘50%。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+0.65 達門檻（+0.20）；一個月收正報酬機率 63.8%、預期最大回檔 -4.7%，且未過熱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63.8%（全市場基準 54.2%），預期最大回檔 -4.7%（回檔幅度排名全市場最小的前 17%）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67.3%、預期報酬 +8.2%（模型估計，不是保證）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0.60（大盤漲跌 1% 時約變動 0.60%），日波動 1.31%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14% → 目標金額 1,219,452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1.31（由穩健分數 +0.65 換算）= 197,596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1.31 與距 10 日低點 35.20 的距離 1.80 之較大者 = 1.80 元（進場 37.00 → 停損 35.20 元，4.9%）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197,596 ÷ 1.80 = 109,776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1,780 張 × 2%）」限制，下修至 35,603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26,669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37.13 與前一日收盤 37.04999923706055 的較低者 = 37.0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取整後：8 張又 933 股（共 8,933 股），金額約 330,521 元，佔總資產 3.3%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+0.65 高，信心係數 1.31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【多買】日均波動（ATR）1.8%，波動溫和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63.8%，可提高「正報酬晉級」機率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-4.7%，下檔有限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35.20 元全數賣出 8 張又 933 股（共 8,933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39.2 元（+6%）賣出 2 張又 977 股（共 2,977 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41.4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買進【穩健籃】3231 緯創｜2 張 + 730 股｜限價 184.5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選擇緯創是因穩健分數達門檻且月營收年增強，買2張又730股是風險預算與單檔上限的結果，出場計畫為停損174.5元，第1段停利195.5元賣出909股，第2段停利206.5元再賣剩餘50%。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+0.60 達門檻（+0.20）；一個月收正報酬機率 67.2%、預期最大回檔 -6.1%，且未過熱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67.2%（全市場基準 54.2%），預期最大回檔 -6.1%（回檔幅度排名全市場最小的前 29%）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66.8%、預期報酬 +10.2%（模型估計，不是保證）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0.84（大盤漲跌 1% 時約變動 0.84%），日波動 2.10%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14% → 目標金額 1,219,452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1.25（由穩健分數 +0.60 換算）= 187,622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9.93 與距 10 日低點 178.00 的距離 6.50 之較大者 = 9.93 元（進場 184.50 → 停損 174.50 元，5.4%）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187,622 ÷ 9.93 = 18,897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受「穩健籃單檔上限 20%」限制，下修至 10,880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8,150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184.81 與前一日收盤 185.0 的較低者 = 184.5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 張又 730 股（共 2,730 股），金額約 503,685 元，佔總資產 5.0%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+0.60 高，信心係數 1.25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【多買】日均波動（ATR）2.7%，波動溫和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67.2%，可提高「正報酬晉級」機率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+166.5%，基本面支撐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【少買】已達穩健籃單檔上限，分散風險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-6.1%，下檔風險偏大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174.50 元全數賣出 2 張又 730 股（共 2,730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195.5 元（+6%）賣出 909 股（零股），停損上移至成本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206.5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買進【穩健籃】4585 達明｜0 張 + 912 股｜限價 290.0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選擇達明是因穩健分數達門檻且日均波動溫和，買912股是風險預算與流動性上限的結果，出場計畫為停損282元，第1段停利307元賣出303股，第2段停利324.5元再賣剩餘50%。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+0.57 達門檻（+0.20）；一個月收正報酬機率 46.8%、預期最大回檔 -4.8%，且未過熱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46.8%（全市場基準 54.2%），預期最大回檔 -4.8%（回檔幅度排名全市場最小的前 18%）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67.4%、預期報酬 +12.4%（模型估計，不是保證）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0.67（大盤漲跌 1% 時約變動 0.67%），日波動 1.05%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14% → 目標金額 1,219,452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1.21（由穩健分數 +0.57 換算）= 182,918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7.86 與距 10 日低點 289.00 的距離 1.00 之較大者 = 7.86 元（進場 290.00 → 停損 282.00 元，2.7%）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182,918 ÷ 7.86 = 23,280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182 張 × 2%）」限制，下修至 3,637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2,724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290.29 與前一日收盤 290.5 的較低者 = 290.0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取整後：912 股（零股），金額約 264,480 元，佔總資產 2.6%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+0.57 高，信心係數 1.21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【多買】日均波動（ATR）1.4%，波動溫和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-4.8%，下檔有限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46.8%，勝率普通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【少買】月營收年減 -6.1%，基本面偏弱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282.00 元全數賣出 912 股（零股）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307.0 元（+6%）賣出 303 股（零股），停損上移至成本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324.5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買進【穩健籃】1210 大成｜5 張｜限價 51.2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選擇大成是因穩健分數達門檻且勝率普通，買5張是風險預算與流動性上限的結果，出場計畫為停損50元，第1段停利54.2元賣出1張又666股，第2段停利57.3元再賣剩餘50%。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+0.53 達門檻（+0.20）；一個月收正報酬機率 59.8%、預期最大回檔 -2.4%，且未過熱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59.8%（全市場基準 54.2%），預期最大回檔 -2.4%（回檔幅度排名全市場最小的前 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65.8%、預期報酬 +8.5%（模型估計，不是保證）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0.01（大盤漲跌 1% 時約變動 0.01%），日波動 0.62%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14% → 目標金額 1,219,452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1.17（由穩健分數 +0.53 換算）= 175,767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1.10 與距 10 日低點 51.00 的距離 0.20 之較大者 = 1.10 元（進場 51.20 → 停損 50.00 元，2.1%）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175,767 ÷ 1.10 = 159,788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996 張 × 2%）」限制，下修至 19,929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14,929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51.32 與前一日收盤 51.29999923706055 的較低者 = 51.2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取整後：5 張（5,000 股），金額約 256,000 元，佔總資產 2.6%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+0.53 高，信心係數 1.17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【多買】日均波動（ATR）1.1%，波動溫和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-2.4%，下檔有限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59.8%，勝率普通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50.00 元全數賣出 5 張（5,000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54.2 元（+6%）賣出 1 張又 666 股（共 1,666 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57.3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買進【ETF籃】00731 復華富時高息低波｜2 張 + 963 股｜限價 98.6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選擇復華富時高息低波是因ETF分數達門檻且處於創高區，買2張又963股是風險預算與流動性上限的結果，出場計畫為停損96.5元，第1段停利104.5元賣出987股，第2段停利110.4元再賣剩餘50%。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籃】高股息型 ETF，ETF 分數 +0.99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81.9%（全市場基準 20.9%，排名前 8%），預期超額報酬 +3.72%（排名前 35%）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-1.5%（52 週高 100.2，現價 98.7），正處於創高區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+0.3%、近 60 日 +11.0%，相對大盤 20 日 -6.7%、60 日 +1.2%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903,298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1.50（由ETF 分數 +0.99 換算）= 225,824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2.06 與距 10 日低點 96.65 的距離 1.95 之較大者 = 2.06 元（進場 98.60 → 停損 96.50 元，2.1%）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225,824 ÷ 2.06 = 109,396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605 張 × 2%）」限制，下修至 12,091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9,128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98.62 與前一日收盤 98.69999694824219 的較低者 = 98.6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 張又 963 股（共 2,963 股），金額約 292,152 元，佔總資產 2.9%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+0.99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【多買】日均波動（ATR）1.0%，波動溫和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74.5%，可提高「正報酬晉級」機率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-1.7%，下檔有限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96.50 元全數賣出 2 張又 963 股（共 2,963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104.5 元（+6%）賣出 987 股（零股），停損上移至成本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110.4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買進【ETF籃】00692 富邦公司治理｜3 張 + 444 股｜限價 99.45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選擇富邦公司治理是因ETF分數達門檻且法人連續買超，買3張又444股是風險預算與流動性上限的結果，出場計畫為停損94.5元，第1段停利105.4元賣出1張又147股，第2段停利111.35元再賣剩餘50%。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籃】市值型型 ETF，ETF 分數 +0.97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97.8%（全市場基準 20.9%，排名前 1%），預期超額報酬 +4.52%（排名前 24%）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-0.1%（52 週高 100.1，現價 100.0），正處於創高區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+8.1%、近 60 日 +9.1%，相對大盤 20 日 +1.0%、60 日 -0.7%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903,298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1.50（由ETF 分數 +0.97 換算）= 225,824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2.57 與距 10 日低點 94.50 的距離 4.95 之較大者 = 4.95 元（進場 99.45 → 停損 94.50 元，5.0%）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225,824 ÷ 4.95 = 45,621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703 張 × 2%）」限制，下修至 14,056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10,611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99.47 與前一日收盤 100.0 的較低者 = 99.45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 張又 444 股（共 3,444 股），金額約 342,506 元，佔總資產 3.4%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+0.97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【多買】日均波動（ATR）1.3%，波動溫和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6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76.5%，可提高「正報酬晉級」機率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-2.7%，下檔有限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94.50 元全數賣出 3 張又 444 股（共 3,444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105.4 元（+6%）賣出 1 張又 147 股（共 1,147 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111.35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買進【ETF籃】00757 統一FANG+｜2 張 + 554 股｜限價 144.4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選擇統一FANG+是因ETF分數達門檻且處於創高區，買2張又554股是風險預算與單檔上限的結果，出場計畫為停損140.9元，第1段停利153.05元賣出851股，第2段停利161.7元再賣剩餘50%。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籃】其他型 ETF，ETF 分數 +0.94 達門檻（+0.15）；分散個股風險、證交稅 0.1%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95.7%（全市場基準 20.9%，排名前 2%），預期超額報酬 +2.60%（排名前 53%）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-0.4%（52 週高 145.35，現價 144.7），正處於創高區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+2.2%、近 60 日 +10.6%，相對大盤 20 日 -4.8%、60 日 +0.7%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籃子配置：ETF籃佔目標持股 10% → 目標金額 903,298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1.50（由ETF 分數 +0.94 換算）= 225,824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2.99 與距 10 日低點 140.95 的距離 3.45 之較大者 = 3.45 元（進場 144.40 → 停損 140.90 元，2.4%）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225,824 ÷ 3.45 = 65,456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受「ETF籃單檔上限 15%」限制，下修至 10,426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ETF籃合計超過籃子上限，等比例下修 7,871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144.44 與前一日收盤 144.6999969482422 的較低者 = 144.4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 張又 554 股（共 2,554 股），金額約 368,798 元，佔總資產 3.7%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【多買】ETF 分數 +0.94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【多買】日均波動（ATR）1.0%，波動溫和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66.9%，可提高「正報酬晉級」機率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【多買】預期最大回檔 -2.3%，下檔有限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【少買】已達ETF籃單檔上限，分散風險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140.90 元全數賣出 2 張又 554 股（共 2,554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153.05 元（+6%）賣出 851 股（零股），停損上移至成本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2 段停利：漲至 161.7 元（+12%）再賣剩餘的 50%，其餘用移動停損（最高價 − 2×ATR）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買進【進攻籃】1303 南亞｜4 張 + 657 股｜限價 305.5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選擇南亞是因綜合分數達門檻且月營收年增強，買4張又657股是風險預算與籃子上限的結果，出場計畫為停損274.5元，第1段停利336元賣出1張又552股，第2段停利366.5元再賣剩餘50%。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+0.80 達門檻（+0.30）；一個月模型預期超額報酬排名全市場前 0%、創新高機率 95.8%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95.8%（全市場基準 20.9%，排名前 2%），預期超額報酬 +14.20%（排名前 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-2.5%（52 週高 322.0，現價 314.0），正處於創高區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+36.2%、近 60 日 +57.4%，相對大盤 20 日 +30.9%、60 日 +47.6%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76% → 目標金額 6,910,227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1.50（由綜合分數 +0.80 換算）= 225,260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32.64 與距 10 日低點 223.00 的距離 82.50 之較大者，但不超過進場價 10%（30.55） = 30.55 元（進場 305.50 → 停損 274.50 元，10.0%）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225,260 ÷ 30.55 = 7,373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2,716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進場價：RSI14 = 79.3 &gt; 75 偏熱，不追價：限價設在前一日收盤 314.0 − 0.5×ATR 16.32 = 305.5，等回檔才買（可能當日不成交）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取整後：4 張又 657 股（共 4,657 股），金額約 1,422,714 元，佔總資產 14.2%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+0.80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4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95.8%，勝率高可多配置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+46.8%，基本面支撐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【少買】日均波動（ATR）5.2%，波動大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【少買】RSI14 = 79.3 偏熱，限價等回檔，可能買不到或買得少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322.0 元（距現價 2.5%）即確認創新高，續抱讓獲利奔跑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274.50 元全數賣出 4 張又 657 股（共 4,657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336.0 元（+10%）賣出 1 張又 552 股（共 1,552 股），停損上移至成本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買進【進攻籃】3189 景碩｜1 張 + 264 股｜限價 1110.0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選擇景碩是因綜合分數達門檻且月營收年增強，買1張又264股是風險預算與籃子上限的結果，出場計畫為停損999元，第1段停利1220元賣出421股，第2段停利1330元再賣剩餘50%。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+0.78 達門檻（+0.30）；一個月模型預期超額報酬排名全市場前 0%、創新高機率 91.6%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91.6%（全市場基準 20.9%，排名前 4%），預期超額報酬 +13.85%（排名前 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-4.3%（52 週高 1150.0，現價 1100.0）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+35.3%、近 60 日 +34.3%，相對大盤 20 日 +30.0%、60 日 +24.5%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76% → 目標金額 6,910,227 元（已持有 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1.48（由綜合分數 +0.78 換算）= 222,249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119.00 與距 10 日低點 875.00 的距離 235.00 之較大者，但不超過進場價 10%（111.00） = 111.00 元（進場 1110.00 → 停損 999.00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222,249 ÷ 111.00 = 2,002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738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1099.59 × (1 + 0.5%) = 1110.0，提高成交機率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 張又 264 股（共 1,264 股），金額約 1,403,040 元，佔總資產 14.0%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+0.78 高，信心係數 1.48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91.6%，勝率高可多配置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+44.5%，基本面支撐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【少買】日均波動（ATR）5.4%，波動大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1150.0 元（距現價 4.3%）即確認創新高，續抱讓獲利奔跑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999.00 元全數賣出 1 張又 264 股（共 1,264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1220.0 元（+10%）賣出 421 股（零股），停損上移至成本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買進【進攻籃】6811 宏碁資訊｜4 張 + 995 股｜限價 276.5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選擇宏碁資訊是因綜合分數達門檻且月營收年增強，買4張又995股是風險預算與籃子上限的結果，出場計畫為停損248.5元，第1段停利304元賣出1張又664股，第2段停利331.5元再賣剩餘50%。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+0.76 達門檻（+0.30）；一個月模型預期超額報酬排名全市場前 9%、創新高機率 98.0%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98.0%（全市場基準 20.9%，排名前 0%），預期超額報酬 +7.20%（排名前 9%）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+0.0%（52 週高 273.0，現價 273.0），正處於創高區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+22.1%、近 60 日 +24.1%，相對大盤 20 日 +16.9%、60 日 +14.3%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76% → 目標金額 6,910,227 元（已持有 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1.45（由綜合分數 +0.76 換算）= 218,673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20.64 與距 10 日低點 237.50 的距離 39.00 之較大者，但不超過進場價 10%（27.65） = 27.65 元（進場 276.50 → 停損 248.50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218,673 ÷ 27.65 = 7,909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2,913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274.72 × (1 + 0.5%) = 276.5，提高成交機率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取整後：4 張又 995 股（共 4,995 股），金額約 1,381,118 元，佔總資產 13.8%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+0.76 高，信心係數 1.45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98.0%，勝率高可多配置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+97.4%，基本面支撐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【少買】日均波動（ATR）3.8%，波動大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273.0 元（距現價 -0.0%）即確認創新高，續抱讓獲利奔跑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248.50 元全數賣出 4 張又 995 股（共 4,995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304.0 元（+10%）賣出 1 張又 664 股（共 1,664 股），停損上移至成本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買進【進攻籃】3037 欣興｜1 張 + 45 股｜限價 1310.0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選擇欣興是因綜合分數達門檻且法人連續買超，買1張又45股是風險預算與籃子上限的結果，出場計畫為停損1175元，第1段停利1440元賣出348股，第2段停利1570元再賣剩餘50%。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+0.75 達門檻（+0.30）；一個月模型預期超額報酬排名全市場前 3%、創新高機率 87.7%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87.7%（全市場基準 20.9%，排名前 6%），預期超額報酬 +10.33%（排名前 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-8.1%（52 週高 1420.0，現價 1305.0）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+37.5%、近 60 日 +44.5%，相對大盤 20 日 +32.2%、60 日 +34.7%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76% → 目標金額 6,910,227 元（已持有 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1.44（由綜合分數 +0.75 換算）= 216,791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127.57 與距 10 日低點 1105.00 的距離 205.00 之較大者，但不超過進場價 10%（131.00） = 131.00 元（進場 1310.00 → 停損 1175.00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216,791 ÷ 131.00 = 1,655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610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1301.35 × (1 + 0.5%) = 1310.0，提高成交機率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 張又 45 股（共 1,045 股），金額約 1,368,950 元，佔總資產 13.6%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+0.75 高，信心係數 1.44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6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87.7%，勝率高可多配置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+56.3%，基本面支撐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【少買】日均波動（ATR）4.9%，波動大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1420.0 元（距現價 8.1%）即確認創新高，續抱讓獲利奔跑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1175.00 元全數賣出 1 張又 45 股（共 1,045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1440.0 元（+10%）賣出 348 股（零股），停損上移至成本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買進【進攻籃】5432 新門｜3 張 + 727 股｜限價 196.5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選擇新門是因綜合分數達門檻且月營收年增強，買3張又727股是風險預算與流動性上限的結果，出場計畫為停損176.5元，第1段停利216元賣出1張又242股，第2段停利235.5元再賣剩餘50%。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+0.75 達門檻（+0.30）；一個月模型預期超額報酬排名全市場前 3%、創新高機率 81.1%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81.1%（全市場基準 20.9%，排名前 8%），預期超額報酬 +10.46%（排名前 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-9.3%（52 週高 215.0，現價 195.0）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+18.5%、近 60 日 +42.9%，相對大盤 20 日 +13.3%、60 日 +33.1%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76% → 目標金額 6,910,227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1.44（由綜合分數 +0.75 換算）= 216,791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19.86 與距 10 日低點 151.50 的距離 45.00 之較大者，但不超過進場價 10%（19.65） = 19.65 元（進場 196.50 → 停損 176.50 元，10.0%）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216,791 ÷ 19.65 = 11,033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295 張 × 2%）」限制，下修至 5,901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2,174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195.52 × (1 + 0.5%) = 196.5，提高成交機率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 張又 727 股（共 3,727 股），金額約 732,356 元，佔總資產 7.3%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+0.75 高，信心係數 1.44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81.1%，勝率高可多配置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+44.1%，基本面支撐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【少買】日均波動（ATR）5.1%，波動大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215.0 元（距現價 9.3%）即確認創新高，續抱讓獲利奔跑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176.50 元全數賣出 3 張又 727 股（共 3,727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216.0 元（+10%）賣出 1 張又 242 股（共 1,242 股），停損上移至成本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買進【進攻籃】8046 南電｜0 張 + 921 股｜限價 1485.0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選擇南電是因綜合分數達門檻且法人連續買超，買921股是風險預算與籃子上限的結果，出場計畫為停損1335元，第1段停利1630元賣出306股，第2段停利1780元再賣剩餘50%。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+0.75 達門檻（+0.30）；一個月模型預期超額報酬排名全市場前 4%、創新高機率 89.9%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89.9%（全市場基準 20.9%，排名前 5%），預期超額報酬 +10.10%（排名前 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-5.1%（52 週高 1560.0，現價 1480.0）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+40.9%、近 60 日 +16.5%，相對大盤 20 日 +35.7%、60 日 +6.8%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76% → 目標金額 6,910,227 元（已持有 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10,036,640 元 × 每筆風險 1.5% × 信心係數 1.44（由綜合分數 +0.75 換算）= 216,603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162.14 與距 10 日低點 1120.00 的距離 365.00 之較大者，但不超過進場價 10%（148.50） = 148.50 元（進場 1485.00 → 停損 1335.00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216,603 ÷ 148.50 = 1,459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537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1475.68 × (1 + 0.5%) = 1485.0，提高成交機率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取整後：921 股（零股），金額約 1,367,685 元，佔總資產 13.6%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+0.75 高，信心係數 1.44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10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89.9%，勝率高可多配置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+57.8%，基本面支撐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【多買】使用融資（自備 40%）放大部位：進攻籃允許融資，且融資借款仍在總資產 30% 上限內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【少買】日均波動（ATR）5.5%，波動大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1560.0 元（距現價 5.1%）即確認創新高，續抱讓獲利奔跑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1335.00 元全數賣出 921 股（零股）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第 1 段停利：漲至 1630.0 元（+10%）賣出 306 股（零股），停損上移至成本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33</a:t>
            </a:r>
          </a:p>
        </p:txBody>
      </p:sp>
      <p:pic>
        <p:nvPicPr>
          <p:cNvPr id="5" name="Picture 4" descr="2026-10-08_開盤前更新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022592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期貨戶轉入證券戶：1,699,440 元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34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0.0%（建倉期至 10/16，不罰）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100.0%（目標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0 檔＋本次建議 = 13 檔；執行後持有 13 檔（第三週 10/19 起才檢查）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1 筆＋本次建議 13 筆 = 14 筆；剩餘 35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820,611 元 / 上限 3,010,992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+0.37%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35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81.5% / 30.8%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2026-10-08　|　36</a:t>
            </a:r>
          </a:p>
        </p:txBody>
      </p:sp>
      <p:pic>
        <p:nvPicPr>
          <p:cNvPr id="5" name="Picture 4" descr="2026-10-08_開盤前更新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