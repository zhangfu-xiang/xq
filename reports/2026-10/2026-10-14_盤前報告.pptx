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2026-10-14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940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-5.96%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72.0%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顯示費城半導體指數下跌0.23%，那斯達克下跌0.15%，標普500微跌0.02%，那斯達克期貨下跌0.26%，VIX恐慌指數上漲0.39%，美元兌台幣升值0.04%，美10年債殖利率下跌0.44%，西德州原油上漲1.0%，黃金下跌0.11%。台股受外資賣超1653億元影響，盤中重挫逾千點，終場跌960點失守4.9萬點，台幣爆量重貶1.9角貶破32元。國家隊護盤單日買超412億元，台股終場險守48K。台指夜盤反彈363點，市場預期台股力拚止跌反攻。外資台指期淨空單飆高至87239口，偏空操作。AI投資熱潮疑慮引發晶片股拋售潮，美股四大指數收黑、費半連五跌。博通CEO稱部分AI投資人像賭徒，警告AI產業尚未找到可持續商業模式。IMF示警AI股價若修正恐衝擊全球。高盛指機構資金由科技股淨買入轉為淨賣出最多，市場分化惡化至網路泡沫破裂以來最差。Fed鷹派喊話應盡早調升利率，波士頓Fed總裁柯林斯稱今年底前仍可能再升息。台股ETF逢低進場踴躍，成交值倍增再現千億元，五檔ETF成交爆天量。上市櫃9月營收飆新高，上櫃公司9月營收年增44%，法人點名7檔潛力股Q4升溫。法人看多亞股後市，認為Q4漲升行情可期。美啟動關稅法337調查，鴻海、台達電、廣達被列入名單。台股5至6檔個股遭列處置股，自10月14日起至10月20日每2分鐘撮合一次。金管會宣布違約交割管理新制明年4月1日上路，首次違約預收款券、再犯者延長至30日。金管會關注疊券槓桿風險，銀行金融資產擔保授信強化措施預計年底上路。金管會開放外籍員工參與員工持股信託，預計12月下旬上路。台積電15日將舉行第3季法說會，外資調升目標價，市場預期第4季美元營收季增。先進封裝成AI晶片新關鍵，台積電布局受矚目，應用材料估今年封裝營收成長逾70%。長鑫存儲稱年底前推4F² DDR5 RDIMM，引發記憶體競爭疑慮，美光、威騰、SanDisk盤前重挫。應用材料、科磊、科林研發、泰瑞達、Onto Innovation等半導體設備股盤中大跌約5%。摩根大通Q3獲利不如預期，CEO戴蒙警告經濟局勢暗潮湧動。花旗撤回美股加碼建議，指POLLS指標已觸及歷史高點常見水準。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期平盤至微幅開高，模型預測開盤gap_pct為0.09%，gap_hit率達80.2%，盤中預期震盪走勢，intraday_pct為-0.05%。外資賣壓與台幣貶值是主要壓力，但國家隊護盤與台指夜盤反彈提供支撐。今日台股將在外資賣超與國家隊買超間拉鋒，預期盤中震盪為主，短期方向仍需觀察外資動向與美股AI股表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363 股（零股），保留 728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162 股（零股），加碼後共 1 張又 312 股（共 1,312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2／警告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【嚴重】2915 潤泰全：重大負面新聞：營收月增率-29.73%，年增率-64.02%；股價已跌破月線，全數出場 → 建議賣出 7 張又 173 股（共 7,173 股）（持有 7,173 股的 100%），限價 57.6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致茂：重大負面新聞：爆5859.5萬違約交割（多來源）；股價已跌破月線，全數出場 → 建議賣出 8 股（零股）（持有 8 股的 100%），限價 2175.0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【警告】1560 中砂：距停損價 936.69 只剩 1.4%，先掛好停損單 → 建議賣出 363 股（零股）（持有 1,091 股的 33%），限價 940.0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帆宣：負面新聞：董事會決議發行國內第六次無擔保可轉換公司債，上限40億元；股價尚穩，先上調停損 → 停損上調至 613.0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聯茂：負面新聞：聯茂、金居等12檔 10/8起打入處置；股價尚穩，先上調停損 → 建議賣出 333 股（零股）（持有 1,000 股的 33%），限價 787.0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-6.45%：先減碼三分之一，確認原因後再決定 → 建議賣出 333 股（零股）（持有 1,000 股的 33%），限價 114.5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欣興：負面新聞：工安意外之說明；股價尚穩，先上調停損 → 建議賣出 190 股（零股）（持有 570 股的 33%），限價 1165.0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帆宣：負面新聞：董事會決議發行國內第六次無擔保可轉換公司債，上限40億元 → 減半買進（81 股（零股））或等回測支撐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24／跌停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跌停｜2383 台光電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可能原因（新聞）：銅箔基板也撐不住...聯茂、台光電慘吞跌停 分析師看法曝 - Yahoo股市；台光電(2383)含台光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可能原因（新聞）：3081 聯亞 - 心臟太小顆了 竟然拉尾盤 我上面還套牢兩張明天加油啊💪 - 股市爆料同學會 -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跌停｜2455 全新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可能原因（新聞）：全新（2455）是什麼概念股？光通訊成長如何變成獲利 - 口袋證券；國票剛剛發布了一份全新(2455)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跌停｜3167 大量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可能原因（新聞）：訂單滿載＋機鑽與量測雙引擎爆發 法人看好這家PCB設備廠潛在漲幅逾4成 - 工商時報；3167 大量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可能原因（新聞）：3406 玉晶光- 【最新消息】光學鏡片買盤升溫，「3檔概念股」同步轉強！ - 股市爆料同學會 - C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漲停｜6505 台塑化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油電燃氣業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可能原因（新聞）：台塑四寶第三季獲利出爐！南亞今年來賺逾1股本 台塑化寫最強單季 - Yahoo股市；焦點股》台塑化：大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可能原因（新聞）：中探針(6217) 今日股價與討論 - 股市爆料同學會 - CMoney；【11:02 即時新聞】中探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漲停｜6834 天二科技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天二科技(6834)股價拉至漲停，漲停價135.0元，成交3,850張 - Tradin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漲停｜1312 國喬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可能原因（新聞）：【09:04 即時新聞】國喬(1312)亮燈漲停，法人與主力買盤成盤中焦點 - CMoney投資網誌；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漲停｜1569 濱川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可能原因（新聞）：濱川攜雙鴻切入液冷件，Q4拚新平台量產爬坡 - 台視全球資訊網；【11:22 即時新聞】濱川(1569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漲停｜6668 中揚光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可能原因（新聞）：【10:08 即時新聞】中揚光(6668)股價走強，盤面聚焦CPO與光學族群熱度 - CMoney；【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漲停｜8050 廣積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廣積(8050)9月營收11.45億元年增率高達167.1％｜新聞快訊｜豐雲學堂 - 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+4.5%），積極進攻 → 進攻籃 100%（已持續 39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846 萬，執行後佔總資產 61.9%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進攻籃買進：6196 帆宣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23.8%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維持100%，穩健籃0%，因大盤強勢（站上月線與季線、20日漲+4.5%），綠燈下積極進攻。進攻籃持有景碩、艾笛森、中砂、帆宣、聯茂、台橡、致茂、合晶、欣興等9檔股，穩健籃持有合庫金、國票金、遠東銀、潤泰全、致茂等5檔股。進攻籃因模型顯示綠燈時進攻籃報酬穩健勝穩健籃，且近期個股如聯茂、帆宣具備動能與基本面支撐，故維持全進攻配置。穩健籃未調整，因目前持股已符合防禦需求，且模型未顯示需轉向防禦的跡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3479 安勤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-5.96%、距高點回撤 -7.80%、剩 32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55.2%（模型估計，不是保證）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63.6%（基準 64.2%）、平均每次 +1.04%（一直做多 +0.80%），沒有擇時優勢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1,243 點（停損距離）約虧損 497,200 元（總資產 5.3%），可考慮減碼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9</a:t>
            </a:r>
          </a:p>
        </p:txBody>
      </p:sp>
      <p:pic>
        <p:nvPicPr>
          <p:cNvPr id="5" name="Picture 4" descr="2026-10-14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+1.32%（+8,400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+1.54%（+7,214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-0.85%（-3,586 元），主因為「個股特有因素」（-0.85%）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-1.40%（-24,585 元），主因為「產業因素」（-0.92%）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-2.41%（-14,370 元），主因為「個股特有因素」（-2.41%）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+7,214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-24,585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-19,550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持股最近交易日漲跌原因：大盤因素方面，台股重挫近千點失守4.9萬點，外資賣超1653億元是主要壓力，對高beta股如景碩（beta 1.81）、中砂（beta 1.34）、帆宣（beta 1.23）影響較大；產業因素方面，半導體業中位數下跌0.94%，電子零組件業中位數下跌0.48%，對景碩、欣興、聯茂等產業相關股有拖累；個股特有因素方面，致茂爆發5859.5萬元違約交割導致股價重挫，帆宣、欣興、合晶等因公司特定新聞或技術面走弱導致下跌，台橡則受橡膠工業類股中位數+0.66%帶動但被個股賣壓抵銷。景碩今日下跌1.4%，主要因產業因素（-0.92%）及個股因素（-0.44%）；帆宣下跌2.52%，主要因個股因素（-3.27%）略被產業因素(+0.77%)抵消；聯茂上漲0.74%，主要因個股因素(+1.23%)被產業因素(-0.46%)部分抵消；中砂下跌0.99%，主要因個股因素(-2.30%)被產業因素(+1.35%)抵消；欣興下跌1.18%，主要因個股因素(-0.73%)被產業因素(-0.41%)加深；合晶下跌3.88%，主要因個股因素(-2.92%)被產業因素(-0.92%)加深；台橡下跌0.17%，主要因個股因素(-0.84%)被產業因素(+0.68%)抵消；致茂上漲1.5%，主要因個股因素(+0.97%)被產業因素(+0.57%)加深；艾笛森下跌2.41%，主要因個股因素(-2.41%)幾乎全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11</a:t>
            </a:r>
          </a:p>
        </p:txBody>
      </p:sp>
      <p:pic>
        <p:nvPicPr>
          <p:cNvPr id="5" name="Picture 4" descr="2026-10-14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股中，致茂（-7.0%）、中砂（-6.66%）、景碩（-4.08%）、艾笛森（-3.74%）、台橡（-3.02%）、合晶（+0.29%）、聯茂（+9.35%）、帆宣（-1.83%）、欣興（-0.14%）、潤泰全（+1.14%）、遠東銀（+1.39%）、國票金（+4.74%）、合庫金（+4.07%）等部位有盈虧。虧損部位中，致茂因違約交割風險高，建議全數出場以避免進一步惡化；中砂因距停損價936.69只剩1.4%，建議嚴守停損，若跌破則全數賣出；景碩及艾笛森因模型排名仍在前段班且股價在月線之上，可續抱並觀察是否適時加碼以降低成本；台橡因虧損未擴大且模型排名尚可，建議續抱並可加碼；帆宣因模型排名仍在前12%、股價在月線之上、虧損未擴大，建議續抱並可加碼；欣興因觸發嚴重風險警示（工安意外、單日重挫-5.98%），建議先減碼三分之一以確認原因；合晶雖小幅獲利但因單日重挫-6.45%，建議先減碼三分之一；聯茂因列為處置股且流動性變差，建議先減碼三分之一；遠東銀、國票金、合庫金、潤泰全均為獲利部位，建議續抱以讓獲利奔跑，待持有滿10個交易日後再評估是否換股獲利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-596,365 元（-5.96%），已實現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6.34%；只有正報酬才列入排名，補回虧損是第一優先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+6.01%（約 +565,160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+13.31%，創新高機率 67.2%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+5.39%，收正報酬機率 80.8%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遠東銀（+6,526 元）：買進第 6 個交易日，未滿 10 個交易日不換股、不因分數小幅轉弱賣出（模型排名每天都會小幅變動，來回換股要付約 0.58% 成本）；跌破停損 12.6 才出場。提醒：已獲利 +1.39%，00692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合庫金（+25,505 元）：買進第 6 個交易日，未滿 10 個交易日不換股、不因分數小幅轉弱賣出（模型排名每天都會小幅變動，來回換股要付約 0.58% 成本）；跌破停損 25.28 才出場。提醒：已獲利 +4.07%，00692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6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致茂（-1,325 元）：買進第 3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潤泰全（+4,720 元）：買進第 6 個交易日，未滿 10 個交易日不換股、不因分數小幅轉弱賣出（模型排名每天都會小幅變動，來回換股要付約 0.58% 成本）；跌破停損 55.39 才出場。提醒：已獲利 +1.14%，00692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台橡（-2,677 元）：買進第 3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帆宣（-13,738 元）：模型排名仍在全市場前 12%、股價在月線之上、虧損未擴大，權重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【續抱】1560 中砂（-73,997 元）：買進第 6 個交易日，未滿 10 個交易日不換股、不因分數小幅轉弱賣出（模型排名每天都會小幅變動，來回換股要付約 0.58% 成本）；跌破停損 936.69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【續抱並可加碼】3037 欣興（-960 元）：模型排名仍在全市場前 16%、股價在月線之上、虧損未擴大，權重 7.2%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合晶（+335 元）：買進第 1 個交易日，未滿 10 個交易日不換股、不因分數小幅轉弱賣出（模型排名每天都會小幅變動，來回換股要付約 0.58% 成本）；跌破停損 97.31 才出場。提醒：已獲利 +0.29%，1617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艾笛森（-22,017 元）：模型排名仍在全市場前 12%、股價在月線之上、虧損未擴大，權重 6.0%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聯茂（+67,965 元）：模型排名仍在全市場前 3%、股價在月線之上、虧損未擴大，權重 8.5%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景碩（-72,548 元）：模型排名仍在全市場前 3%、股價在月線之上、虧損未擴大，權重 18.1%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外資大幅賣超台股1,653億元，台幣爆量重貶1.9角、貶破32，對台幣相關敏感度高的景碩（beta -2.0364）預期影響為+0.66%，金額約+11,250元，決策為有利：支持續抱；若一個月模型仍在前段班，可作為加碼依據。波士頓Fed總裁柯林斯表示今年底前仍可能再升息，對美10年債殖利率相關個股無顯著影響，因歷史相關性均未達統計顯著（|r|&lt;0.125），無需調整部位。中東局勢影響NYMEX原油上漲0.4%，對西德州原油相關個股，台橡（beta 0.1324）預期影響為+0.45%，金額+387元，決策為有利：支持續抱；若一個月模型仍在前段班，可作為加碼依據；其他如艾笛森、帆宣、聯茂等因影響輕度不利，僅列入觀察，暫不調整部位。美元自18個月高點回落，油價下跌、通膨數據受矚，對美10年債殖利率相關個股無顯著影響，同上。川普關稅風暴下，全球經濟秩序正如何改變，對VIX恐慌指數相關個股，中砂（beta -0.1275）、帆宣（beta -0.1665）、聯茂（beta -0.1526）、致茂（beta -0.1752）、合晶（beta -0.1541）、欣興（beta -0.1906）等因敏感度高且影響不利，決策為嚴守停損、暫停加碼；若事件延續且跌破月線，先減碼一半。IMF升全球今年GDP預測，微降中國經濟增長預測，對中國大型股ETF相關個股，影響多為輕度不利，僅列入觀察，暫不調整部位。IDC：中國手機出貨量跌幅擴至15%，同上。美啟動關稅法337調查鴻海.台達電.廣達中招，同上VIX相關決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外資大幅賣超台股1,653億元，台幣爆量重貶1.9角、貶破32 → 美元兌台幣↓：預估 +11,250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波士頓Fed總裁柯林斯表示今年底前仍可能再升息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中東局勢影響 NYMEX原油上漲0.4% → 西德州原油↑：預估 -15,471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美元自18個月高點回落，油價下跌、通膨數據受矚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川普關稅風暴下，全球經濟秩序正如何改變 → VIX恐慌指數↑：預估 -65,104 元（-0.69%）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IMF升全球今年GDP預測，微降中國經濟增長預測 → 中國大型股ETF↓：預估 -11,253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IDC：中國手機出貨量跌幅擴至15% → 中國大型股ETF↓：預估 -11,253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美啟動關稅法337調查鴻海.台達電.廣達中招 → VIX恐慌指數↑：預估 -65,104 元（-0.69%）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國際事件：外資大幅賣超台股1,653億元，台幣爆量重貶1.9角、貶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-2.0364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-0.6834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-1.1155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國際事件：波士頓Fed總裁柯林斯表示今年底前仍可能再升息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國際事件：中東局勢影響 NYMEX原油上漲0.4%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-5,962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17</a:t>
            </a:r>
          </a:p>
        </p:txBody>
      </p:sp>
      <p:pic>
        <p:nvPicPr>
          <p:cNvPr id="5" name="Picture 4" descr="2026-10-14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669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18</a:t>
            </a:r>
          </a:p>
        </p:txBody>
      </p:sp>
      <p:pic>
        <p:nvPicPr>
          <p:cNvPr id="5" name="Picture 4" descr="2026-10-14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19</a:t>
            </a:r>
          </a:p>
        </p:txBody>
      </p:sp>
      <p:pic>
        <p:nvPicPr>
          <p:cNvPr id="5" name="Picture 4" descr="2026-10-14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134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38,628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264,735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張+363股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344,850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417,469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張+162股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104,652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風險警示：負面新聞：工安意外之說明；股價尚穩，先上調停損；單日重挫 -5.98%：先減碼三分之一，確認原因後再決定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-6.45%：先減碼三分之一，確認原因後再決定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風險警示：負面新聞：聯茂、金居等12檔 10/8起打入處置；股價尚穩，先上調停損；列為處置股（連續三次及當日沖銷標準，115/10/08～115/10/19）：改為分盤撮合、可能需預收款，流動性變差，減碼三分之一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中砂｜0 張 + 363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936.69 只剩 1.4%，先掛好停損單；單日重挫 -5.00%：先減碼三分之一，確認原因後再決定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728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風險警示：重大負面新聞：爆5859.5萬違約交割（多來源）；股價已跌破月線，全數出場；單日重挫 -6.98%：先減碼三分之一，確認原因後再決定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風險警示：重大負面新聞：營收月增率-29.73%，年增率-64.02%；股價已跌破月線，全數出場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買進【進攻籃】6196 帆宣｜0 張 + 162 股｜限價 646.0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買進帆宣162股，因模型排名仍在全市場前12%、股價在月線之上、虧損未擴大，權重7.8%仍低於上限，可逢回加碼攤低成本；一個月預期報酬+5.83%，創新高機率72.1%；停損設在581.0元。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+0.67 達門檻（+0.30）；一個月模型預期超額報酬排名全市場前 13%、創新高機率 72.1%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72.1%（全市場基準 18.1%，排名前 11%），預期超額報酬 +5.63%（排名前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-6.3%（52 週高 684.0，現價 641.0）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+19.8%、近 60 日 +8.6%，相對大盤 20 日 +14.8%、60 日 +0.6%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8,463,271 元（已持有 5,714,283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9,403,635 元 × 每筆風險 1.5% × 信心係數 1.34（由綜合分數 +0.67 換算）= 189,189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56.00 與距 10 日低點 537.00 的距離 109.00 之較大者，但不超過進場價 10%（64.60） = 64.60 元（進場 646.00 → 停損 581.00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189,189 ÷ 64.60 = 2,929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2,498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1,372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162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642.55 × (1 + 0.5%) = 646.0，提高成交機率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取整後：162 股（零股），金額約 104,652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72.1%，勝率高可多配置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+88.5%，基本面支撐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【少買】日均波動（ATR）4.4%，波動大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684.0 元（距現價 6.3%）即確認創新高，續抱讓獲利奔跑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581.00 元全數賣出 162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28</a:t>
            </a:r>
          </a:p>
        </p:txBody>
      </p:sp>
      <p:pic>
        <p:nvPicPr>
          <p:cNvPr id="5" name="Picture 4" descr="2026-10-14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10" y="1097280"/>
            <a:ext cx="65988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79.6%（建倉期至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72.0%（目標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11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7 筆 = 90 筆；剩餘 32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62,791 元 / 上限 2,821,090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-5.96%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85.9%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2026-10-14　|　31</a:t>
            </a:r>
          </a:p>
        </p:txBody>
      </p:sp>
      <p:pic>
        <p:nvPicPr>
          <p:cNvPr id="5" name="Picture 4" descr="2026-10-14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