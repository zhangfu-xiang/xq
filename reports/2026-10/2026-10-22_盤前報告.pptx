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2026-10-22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881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-11.87%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75.8%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SpaceX與美超微財報報喜，重燃AI買氣，美股四大指數全面收紅，費城半導體漲1.97%、那斯達克漲1.05%、標普500漲0.58%，輝達漲2.54%、超微漲3.36%、美超微漲9.55%、戴爾漲5.27%。台指期夜盤一度大漲逾400點，外資終止連10賣，台股前一日大漲594.84點重回5日線，ETF受益人數單周大增近70萬、總人數突破1,925萬創歷史新高。不過中東沙烏地阿美油田遇無人機攻擊、油價一度衝破110美元，加上美歐逾50億美元債務發行踩煞車、AI投資回報與債務疑慮，仍是盤面干擾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台股開盤上漲0.31%、開盤價47,033.0點，開高命中率82.8%（基準59.5%），盤中續強、預估再漲0.32%，盤中方向命中率66.7%（基準54.7%）。整體氛圍偏多，但油價升溫與債務疑慮可能壓抑追價意願，預期開高後震盪偏強，個股表現分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8 張又 645 股（共 8,645 股），加碼後共 9 張又 645 股（共 9,645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3／警告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877.0）：依紀律全數出場 → 建議賣出 1 張又 91 股（共 1,091 股）（持有 1,091 股的 100%），限價 868.0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2010.0）：依紀律全數出場 → 建議賣出 8 股（零股）（持有 8 股的 100%），限價 1985.0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【嚴重】6805 富世達：重大負面新聞：富世達特定員工被要求協助釐清股票內線交易案件。 → 暫緩買進，等利空明朗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【警告】3591 艾笛森：負面新聞：艾笛森被列為高融資使用率及融資張數高個股，面臨追繳。；股價尚穩，先上調停損 → 停損上調至 26.3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帆宣：距停損價 599.23 只剩 2.6%，先掛好停損單 → 建議賣出 716 股（零股）（持有 2,150 股的 33%），限價 608.0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欣興：負面新聞：欣興針對工安意外之說明。；股價偏弱，減碼三分之一 → 建議賣出 190 股（零股）（持有 570 股的 33%），限價 1085.0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【警告】2850 新產：負面新聞：新產9月營收為21.95億元，年減5.27%。 → 減半買進（1 張又 372 股（共 1,372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【警告】4541 晟田：負面新聞：上櫃公司董監事持股轉讓申報一覽表顯示晟田董監事申報轉讓持股。 → 減半買進（3 張又 500 股（共 3,500 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52／跌停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可能原因（新聞）：聯一光(3441) 今日股價與討論 - 股市爆料同學會 - CMoney；【13:24 即時新聞】聯一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跌停｜6141 柏承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可能原因（新聞）：【09:25 即時新聞】柏承(6141)亮燈漲停，市場關注晚間重訊記者會 - CMoney投資網誌；【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可能原因（新聞）：【即時新聞】華新科(2492)爆量鎖漲停，這「5檔概念股」買氣爆棚接棒上攻！ - CMoney；被動元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可能原因（新聞）：【09:50 即時新聞】台表科(6278)股價續強逼近高檔，AI與光通訊題材受關注 - CMoney投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漲停｜3374 精材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可能原因（新聞）：精材(3374) 個股概覽 | 個股 - 股市 - CMoney；AI封測需求續升溫！精材(3374)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可能原因（新聞）：CCL指標股追價外資估聯茂獲利有望翻倍目標價直接喊上千金- 日報 - 工商時報；聯茂(6213) 個股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漲停｜6456 GIS-KY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可能原因（新聞）：【即時新聞】GIS-KY(6456)轉攻光通訊飆漲停！這「2檔概念股」資金輪動發酵？ - CMoney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 個股概覽 | 個股 - 股市 - CMoney；玉晶光(3406) 48億引資3M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漲停｜6173 信昌電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可能原因（新聞）：AI伺服器需求帶動！信昌電(6173)股價逆勢攻漲停！ - 口袋證券；焦點股》信昌電：減資出關摜至跌停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漲停｜3532 台勝科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可能原因（新聞）：台勝科(3532)營收查詢｜月營收統計與YOY年增率圖表 - 股市爆料同學會 - CMoney；焦點股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+1.6%、20 日 -0.6%） → 進攻籃 80%（已持續 5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595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進攻籃買進：1815 富喬、6805 富世達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198 萬，執行後佔總資產 24.9%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穩健籃買進：2850 新產、4541 晟田、6245 立端、2885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為進攻籃75%、穩健籃25%、ETF籃0%，因大盤處灰燈中性（距季線+1.6%、20日-0.6%），且調整機制偵測到2項失誤，將進攻籃由80%下調5%。進攻籃買進富喬12,635股與富世達774股，兩檔綜合分數分別為+0.73與+0.72，創新高機率67.5%與56.7%，月營收年增+82.1%與+32.2%，且法人近5日分別買超25,337張與379張。穩健籃買進新產2,744股、晟田7,000股、立端7,000股與元大金8,645股，穩健分數介於+0.41至+0.84，收正報酬機率59.4%至67.3%，主要著眼下檔保護與正報酬晉級機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5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47,013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45,408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175,250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5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這筆不是預測優勢，而是放大對大盤的曝險，用來加快補回虧損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依據：2024-02-16～2026-10-14 樣本外每 5 日一直做多 127 次，勝率 61.4%、平均 +0.76%（已扣成本）；這段期間大盤偏多，空頭時會同樣放大虧損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風控條件：加權指數在季線上（+1.56%）才加碼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-11.87%、距高點回撤 -13.59%、剩 26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59.2%（模型估計，不是保證）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63 次，命中率 65.1%（基準 63.1%），平均每次 +0.96%（已扣成本）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10</a:t>
            </a:r>
          </a:p>
        </p:txBody>
      </p:sp>
      <p:pic>
        <p:nvPicPr>
          <p:cNvPr id="5" name="Picture 4" descr="2026-10-22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+2.00%（+13,200 元），主因為「個股特有因素」（+1.43%）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-0.29%（-2,021 元），主因為「個股特有因素」（-1.09%）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元），主因為「產業因素」（+0.72%）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-0.52%（-2,152 元），主因為「個股特有因素」（-0.74%）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+6.88%（+106,535 元），主因為「個股特有因素」（+3.79%）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+0.54%（+3,079 元），主因為「大盤因素」（+0.81%）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+106,535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+20,729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+25,650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前一日大盤上漲1.28%，金融保險類股中位數+1.88%、半導體業+2.13%、電子零組件業+2.05%，為主要撐盤族群。景碩漲6.88%（+106,535元），其中大盤貢獻+2.31%、半導體類股+0.78%、個股特有+3.79%，開盤跳空+5.29%後續揚。聯茂漲9.88%（+74,000元），個股特有貢獻+7.24%，開盤跳空+9.48%即漲停鎖住。帆宣漲3.71%（+47,300元），大盤貢獻+1.65%、個股特有+2.01%。欣興漲4.27%（+25,650元），大盤貢獻+2.19%，但開盤跳空+6.64%後盤中回落-2.22%，開高走低。中砂漲2.21%（+20,729元），主要來自大盤貢獻+1.80%。合庫金漲2.00%（+13,200元），個股特有+1.43%，三大法人買超6,158張。台橡跌0.70%（-600元），主因橡膠工業類股中位數-0.62%、相對大盤-1.91%拖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12</a:t>
            </a:r>
          </a:p>
        </p:txBody>
      </p:sp>
      <p:pic>
        <p:nvPicPr>
          <p:cNvPr id="5" name="Picture 4" descr="2026-10-22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損益-1,187,158元（-11.87%），回到初始資金需上漲13.47%，補回虧損為第一優先。中砂收盤877.0元已跌破停損價936.69元，依紀律全數出場，資金轉往評分最高的6894衛司特（一個月預期報酬+15.48%、創新高機率91.9%）。帆宣、景碩、艾笛森因衛司特扣除換股成本後預期報酬分別高出10.08%、7.90%、3.75%，執行換股以加速補回。聯茂已獲利+95,965元（+13.20%）先入袋，轉買衛司特。致茂收盤2010.0元跌破停損價2069.91元，依紀律出場。穩健籃的合庫金、國票金、遠東銀、潤泰全已分別獲利+44,705元、+34,783元、+10,133元、+416元，因一個月預期報酬僅+1.83%、+1.88%、+0.87%、+1.68%，全數換入00915凱基優選高股息30（預期+6.29%）。台橡、合晶、欣興、元大金因未滿10個交易日或風險可控，維持續抱並嚴守停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-1,187,158 元（-11.87%），已實現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13.47%；只有正報酬才列入排名，補回虧損是第一優先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+4.46%（約 +393,261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進攻籃最佳替換候選：6894 衛司特，一個月預期報酬 +15.48%，創新高機率 91.9%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+6.29%，收正報酬機率 74.9%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+0.87%，轉買 00915 凱基優選高股息30（預期 +6.29%）扣除換股成本後多 4.83%（門檻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潤泰全（+416 元）：已獲利 +416 元（+0.10%）先入袋；這檔一個月預期只剩 +1.68%，轉買 00915 凱基優選高股息30（預期 +6.29%）扣除換股成本後多 4.02%（門檻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合庫金（+44,705 元）：已獲利 +44,705 元（+7.13%）先入袋；這檔一個月預期只剩 +1.83%，轉買 00915 凱基優選高股息30（預期 +6.29%）扣除換股成本後多 3.87%（門檻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國票金（+34,783 元）：已獲利 +34,783 元（+5.37%）先入袋；這檔一個月預期只剩 +1.88%，轉買 00915 凱基優選高股息30（預期 +6.29%）扣除換股成本後多 3.82%（門檻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元大金（+198 元）：買進第 2 個交易日，未滿 10 個交易日不換股、不因分數小幅轉弱賣出（模型排名每天都會小幅變動，來回換股要付約 0.58% 成本）；跌破停損 67.62 才出場。提醒：已獲利 +0.28%，00915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致茂（-2,845 元）：收盤 2010.0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中砂（-153,640 元）：收盤 877.0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台橡（-3,727 元）：買進第 9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合晶（-4,665 元）：買進第 7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【換股】6196 帆宣（-42,512 元）：6894 衛司特 扣除換股成本後的預期報酬比續抱高 10.08%（門檻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聯茂（+95,965 元）：已獲利 +95,965 元（+13.20%）先入袋；這檔一個月預期只剩 +4.96%，轉買 6894 衛司特（預期 +15.48%）扣除換股成本後多 9.93%（門檻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欣興（-46,560 元）：買進第 7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【換股】3189 景碩（-121,718 元）：6894 衛司特 扣除換股成本後的預期報酬比續抱高 7.90%（門檻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艾笛森（-18,938 元）：6894 衛司特 扣除換股成本後的預期報酬比續抱高 3.75%（門檻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美國10年債殖利率下降，對合庫金影響+874元、對其餘持股多未達統計顯著，整體影響有限。中東油價升溫，對帆宣影響-10,842元、聯茂-6,584元、艾笛森-2,962元、合晶-944元、致茂-93元，但對台橡有利+374元，整體影響-21,229元（-0.24%），屬輕度不利，列入觀察暫不調整。台幣強彈1.29角，對景碩有利+11,919元、欣興+3,950元，整體+15,869元（+0.18%），支持續抱。SpaceX與美超微財報帶動費半走強，對欣興有利+13,794元、景碩+25,659元、帆宣+18,511元、中砂+11,673元、聯茂+10,041元，整體+87,420元（+0.99%），為今日主要順風。Meta財報與標普500上漲，對欣興+10,471元、景碩+22,017元、帆宣+17,586元，整體+79,207元（+0.90%）。VIX下降3.64%，對景碩-17,382元、帆宣-17,850元、聯茂-10,288元、中砂-9,759元、欣興-9,342元，整體-74,120元（-0.84%），需嚴守停損。中國第三季GDP成長4.5%，對帆宣-6,743元、欣興-4,640元，整體-13,416元（-0.15%）。金價反彈，對景碩+14,733元、欣興+6,207元、帆宣+6,743元，整體+29,923元（+0.34%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市場等待聯準會下週決策，美元走弱、美債殖利率下降 → 美國10年債殖利率↓：預估 +874 元（+0.01%）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沙烏地阿美油田遭無人機攻擊、美國撤離部分外交人員，中東供應風險推升油價一度衝破110美元 → 西德州原油↑：預估 -21,229 元（-0.24%）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台幣貶至32.672一年半新低後因外資匯入強彈1.29角，股匯同步走揚 → 美元兌台幣↓：預估 +15,869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SpaceX與美超微財報報喜重燃AI買氣，美股與歐股收高、費半走強 → 費城半導體↑：預估 +87,420 元（+0.99%）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Meta第3季營收年增26%並上調全年AI資本支出，美股科技股獲支撐 → 標普500↑：預估 +79,207 元（+0.90%）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美加貿易協定談判陷僵局，美國中期選舉前不會達成協議 → VIX恐慌指數↑：預估 -74,120 元（-0.84%）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中國第三季GDP成長4.5%，出口與高科技製造業支撐但求職困難 → 中國大型股ETF↓：預估 -13,416 元（-0.15%）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金價從近一周低點反彈，受殖利率下降與Fed決議觀望帶動 → 黃金↑：預估 +29,923 元（+0.34%）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國際事件：市場等待聯準會下週決策，美元走弱、美債殖利率下降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國際事件：沙烏地阿美油田遭無人機攻擊、美國撤離部分外交人員，中東供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國際事件：台幣貶至32.672一年半新低後因外資匯入強彈1.29角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-2.2133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+11,919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-0.7824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-0.8558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+3,950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18</a:t>
            </a:r>
          </a:p>
        </p:txBody>
      </p:sp>
      <p:pic>
        <p:nvPicPr>
          <p:cNvPr id="5" name="Picture 4" descr="2026-10-22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19</a:t>
            </a:r>
          </a:p>
        </p:txBody>
      </p:sp>
      <p:pic>
        <p:nvPicPr>
          <p:cNvPr id="5" name="Picture 4" descr="2026-10-22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20</a:t>
            </a:r>
          </a:p>
        </p:txBody>
      </p:sp>
      <p:pic>
        <p:nvPicPr>
          <p:cNvPr id="5" name="Picture 4" descr="2026-10-22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29668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683,030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413,165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1,655,390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569,652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956,807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1,322,250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張+744股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417,900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風險警示：負面新聞：欣興針對工安意外之說明。；股價偏弱，減碼三分之一；法人近 5 日賣超 11,876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+44,705 元（+7.13%）先入袋；這檔一個月預期只剩 +1.83%，轉買 00915 凱基優選高股息30（預期 +6.29%）扣除換股成本後多 3.87%（門檻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672,000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+34,783 元（+5.37%）先入袋；這檔一個月預期只剩 +1.88%，轉買 00915 凱基優選高股息30（預期 +6.29%）扣除換股成本後多 3.82%（門檻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683,030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+0.87%，轉買 00915 凱基優選高股息30（預期 +6.29%）扣除換股成本後多 4.83%（門檻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+416 元（+0.10%）先入袋；這檔一個月預期只剩 +1.68%，轉買 00915 凱基優選高股息30（預期 +6.29%）扣除換股成本後多 4.02%（門檻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413,165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換股：6894 衛司特 扣除換股成本後的預期報酬比續抱高 7.90%（門檻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張又 639 股（共 1,639 股），回收資金約 1,655,390 元，依分數重新配置到同一籃的買進候選（最佳替換標的 6894 衛司特，實際買進股數受單一標的與產業上限約束，見買進明細）；部分換股會讓兩檔都表現平庸，因此一次換完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換股：6894 衛司特 扣除換股成本後的預期報酬比續抱高 3.75%（門檻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569,652 元，依分數重新配置到同一籃的買進候選（最佳替換標的 6894 衛司特，實際買進股數受單一標的與產業上限約束，見買進明細）；部分換股會讓兩檔都表現平庸，因此一次換完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877.00 元 ≤ 停損價 936.69 元（成本 1017.82 元，損益 -13.84%）；同時風險警示：已跌破停損價 936.69（目前 877.0）：依紀律全數出場；法人近 5 日賣超 1,016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換股：6894 衛司特 扣除換股成本後的預期報酬比續抱高 10.08%（門檻 1.0%），且創新高機率不低於原標的 → 換股補回虧損較快；回收資金依綜合分數配置到買進候選，各檔仍受單一標的與產業上限約束；同時風險警示：距停損價 599.23 只剩 2.6%，先掛好停損單；負面新聞：帆宣董事會決議發行國內第六次無擔保可轉換公司債，可能造成股權稀釋。；股價偏弱，減碼三分之一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 張又 150 股（共 2,150 股），回收資金約 1,322,250 元，依分數重新配置到同一籃的買進候選（最佳替換標的 6894 衛司特，實際買進股數受單一標的與產業上限約束，見買進明細）；部分換股會讓兩檔都表現平庸，因此一次換完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+95,965 元（+13.20%）先入袋；這檔一個月預期只剩 +4.96%，轉買 6894 衛司特（預期 +15.48%）扣除換股成本後多 9.93%（門檻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823,000 元，依分數重新配置到同一籃的買進候選（最佳替換標的 6894 衛司特，實際買進股數受單一標的與產業上限約束，見買進明細）；部分換股會讓兩檔都表現平庸，因此一次換完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2010.00 元 ≤ 停損價 2069.91 元（成本 2365.62 元，損益 -15.03%）；同時風險警示：已跌破停損價 2069.91（目前 2010.0）：依紀律全數出場；負面新聞：致茂董事會決議辦理現金增資發行普通股參與發行海外存託憑證，暫訂發行普通股1088~1360萬股，造成股權稀釋。；股價偏弱，減碼三分之一；法人近 5 日賣超 2,834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買進【穩健籃】2850 新產｜2 張 + 744 股｜限價 165.5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新產穩健分數+0.84達門檻，一個月收正報酬機率67.3%、預期最大回檔-6.0%，月營收年增+23.3%，買進2,744股，限價165.5元。停損157.5元，穩健分數轉弱先減碼一半。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+0.84 達門檻（+0.20）；一個月收正報酬機率 67.3%、預期最大回檔 -6.0%，且未過熱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67.3%（全市場基準 51.8%），預期最大回檔 -6.0%（回檔幅度排名全市場最小的前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67.2%、預期報酬 +15.9%（模型估計，不是保證）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0.14（大盤漲跌 1% 時約變動 0.14%），日波動 1.78%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1.50（由穩健分數 +0.84 換算）= 105,754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7.86 與距 10 日低點 159.00 的距離 6.50 之較大者 = 7.86 元（進場 165.50 → 停損 157.50 元，4.7%）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105,754 ÷ 7.86 = 13,460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324 張 × 2%）」限制，下修至 6,485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3,740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165.71 與前一日收盤 165.5 的較低者 = 165.5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744 股（共 2,744 股），金額約 454,132 元，佔總資產 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67.3%，可提高「正報酬晉級」機率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-6.0%，下檔風險偏大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157.50 元全數賣出 2 張又 744 股（共 2,744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買進【穩健籃】4541 晟田｜7 張｜限價 59.7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晟田穩健分數+0.83達門檻，法人連續買超4日、月營收年增+30.2%，買進7,000股，限價59.7元。停損56.2元，穩健分數轉弱先減碼一半。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+0.83 達門檻（+0.20）；一個月收正報酬機率 59.4%、預期最大回檔 -6.4%，且未過熱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59.4%（全市場基準 51.8%），預期最大回檔 -6.4%（回檔幅度排名全市場最小的前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69.6%、預期報酬 +17.7%（模型估計，不是保證）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0.93（大盤漲跌 1% 時約變動 0.93%），日波動 1.88%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1.50（由穩健分數 +0.83 換算）= 105,754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3.41 與距 10 日低點 56.80 的距離 2.90 之較大者 = 3.41 元（進場 59.70 → 停損 56.20 元，5.7%）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105,754 ÷ 3.41 = 30,974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848 張 × 2%）」限制，下修至 16,967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9,786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7,000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60.31 與前一日收盤 59.79999923706055 的較低者 = 59.7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張（7,000 股），金額約 417,900 元，佔總資產 4.7%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181 股只有 10,806 元，低於 14,035 元會被最低手續費 20 元拉高費率（約 0.19%），所以不買零股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+0.83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59.4%，勝率普通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-6.4%，下檔風險偏大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56.20 元全數賣出 7 張（7,000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買進【穩健籃】6245 立端｜7 張｜限價 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立端穩健分數+0.69達門檻，一個月收正報酬機率62.5%、近3月累計營收年增+42.4%，買進7,000股，限價90.0元。停損85.3元，穩健分數轉弱先減碼一半。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+0.69 達門檻（+0.20）；一個月收正報酬機率 62.5%、預期最大回檔 -7.0%，且未過熱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62.5%（全市場基準 51.8%），預期最大回檔 -7.0%（回檔幅度排名全市場最小的前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63.5%、預期報酬 +10.0%（模型估計，不是保證）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0.51（大盤漲跌 1% 時約變動 0.51%），日波動 1.66%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1.36（由穩健分數 +0.69 換算）= 95,796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4.37 與距 10 日低點 85.30 的距離 4.70 之較大者 = 4.70 元（進場 90.00 → 停損 85.30 元，5.2%）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95,796 ÷ 4.70 = 20,382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830 張 × 2%）」限制，下修至 16,605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9,577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7,000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90.65 與前一日收盤 90.0999984741211 的較低者 = 90.0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張（7,000 股），金額約 630,000 元，佔總資產 7.1%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27 股只有 2,430 元，低於 14,035 元會被最低手續費 20 元拉高費率（約 0.82%），所以不買零股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62.5%，可提高「正報酬晉級」機率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-7.0%，下檔風險偏大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85.30 元全數賣出 7 張（7,000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元大金｜8 張 + 645 股｜限價 71.3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元大金穩健分數+0.41達門檻，法人近5日買超27,647張、月營收年增+22.7%，買進8,645股，限價71.3元。停損67.8元，穩健分數轉弱先減碼一半。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+0.41 達門檻（+0.20）；一個月收正報酬機率 65.8%、預期最大回檔 -6.5%，且未過熱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65.8%（全市場基準 51.8%），預期最大回檔 -6.5%（回檔幅度排名全市場最小的前 19%）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53.7%、預期報酬 +4.6%（模型估計，不是保證）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1.46%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1.01（由穩健分數 +0.41 換算）= 71,208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3.49 與距 10 日低點 68.30 的距離 3.00 之較大者 = 3.49 元（進場 71.30 → 停損 67.80 元，4.9%）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71,208 ÷ 3.49 = 20,428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11,782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71.53 與前一日收盤 71.30000305175781 的較低者 = 71.3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 張又 645 股（共 8,645 股），金額約 616,388 元，佔總資產 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+0.41 高，信心係數 1.01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65.8%，可提高「正報酬晉級」機率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67.80 元全數賣出 8 張又 645 股（共 8,645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買進【進攻籃】1815 富喬｜12 張 + 635 股｜限價 150.0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富喬綜合分數+0.73達門檻，創新高機率67.5%、預期超額報酬+5.88%，月營收年增+82.1%、法人近5日買超25,337張，買進12,635股，限價150.0元。停損135.0元，突破52週高點161.5元續抱。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10%、創新高機率 67.5%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67.5%（全市場基準 17.9%，排名前 9%），預期超額報酬 +5.88%（排名前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-9.0%（52 週高 161.5，現價 147.0）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+23.0%、近 60 日 +108.9%，相對大盤 20 日 +23.6%、60 日 +101.5%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5,948,668 元（已持有 822,900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1.41（由綜合分數 +0.73 換算）= 99,321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20.14 與距 10 日低點 124.00 的距離 26.00 之較大者，但不超過進場價 10%（15.00） = 15.00 元（進場 150.00 → 停損 135.00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99,321 ÷ 15.00 = 6,621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6,014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149.21 × (1 + 0.5%) = 150.0，提高成交機率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取整後：12 張又 635 股（共 12,635 股），金額約 1,895,250 元，佔總資產 21.5%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67.5%，勝率高可多配置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+82.1%，基本面支撐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【少買】日均波動（ATR）6.9%，波動大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161.5 元（距現價 9.0%）即確認創新高，續抱讓獲利奔跑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135.00 元全數賣出 12 張又 635 股（共 12,635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買進【進攻籃】6805 富世達｜0 張 + 774 股｜限價 2445.0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富世達綜合分數+0.72達門檻，創新高機率56.7%、預期超額報酬+6.30%，法人連續買超3日、月營收年增+32.2%，買進774股，限價2445.0元。停損2200.0元，突破52週高點2750.0元續抱。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+0.72 達門檻（+0.30）；一個月模型預期超額報酬排名全市場前 7%、創新高機率 56.7%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56.7%（全市場基準 17.9%，排名前 13%），預期超額報酬 +6.30%（排名前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-12.9%（52 週高 2750.0，現價 2395.0）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+4.4%、近 60 日 +69.9%，相對大盤 20 日 +5.0%、60 日 +62.5%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5,948,668 元（已持有 822,900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1.40（由綜合分數 +0.72 換算）= 98,616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290.71 與距 10 日低點 2065.00 的距離 380.00 之較大者，但不超過進場價 10%（244.50） = 244.50 元（進場 2445.00 → 停損 2200.00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98,616 ÷ 244.50 = 403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371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2431.4 × (1 + 0.5%) = 2445.0，提高成交機率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取整後：774 股（零股），金額約 1,892,430 元，佔總資產 21.5%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+0.72 高，信心係數 1.40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+32.2%，基本面支撐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56.7%，勝率普通故保守配置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2750.0 元（距現價 12.9%）即確認創新高，續抱讓獲利奔跑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2200.00 元全數賣出 774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39</a:t>
            </a:r>
          </a:p>
        </p:txBody>
      </p:sp>
      <p:pic>
        <p:nvPicPr>
          <p:cNvPr id="5" name="Picture 4" descr="2026-10-22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8484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期貨戶轉入證券戶：537,175 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40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96.3%（每日收盤檢查，未達扣報酬率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75.8%（目標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19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17 筆 = 105 筆；剩餘 26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2,643,853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-11.87%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41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87.8%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2026-10-22　|　42</a:t>
            </a:r>
          </a:p>
        </p:txBody>
      </p:sp>
      <p:pic>
        <p:nvPicPr>
          <p:cNvPr id="5" name="Picture 4" descr="2026-10-22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