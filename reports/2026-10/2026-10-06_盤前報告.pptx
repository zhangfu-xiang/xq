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2026-10-06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盤前報告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2026-10-06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2026-10-06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1,008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+0.84%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93.6%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+0.16%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那斯達克與費城半導體指數雙雙上揚，那斯達克漲1.05%，費城半導體漲0.27%，標普500漲0.66%，美元兌台幣微跌0.16%，美10年債殖利率上揚0.64%，西德州原油下跌1.95%，台股開盤漲24.33點，盤中曾逼近5萬點大關，但後續翻黑震盪，市場氛圍偏多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台股開盤強勢上攻，盤中曾翻黑震盪，但權值股與外資買超持續提供支撐，模型預測開盤 gap_hit_rate 為 80.0%，預期開高後續強，今日台股有機會再次挑戰5萬點關卡。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2026-10-06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+3.66%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245 股（零股），加碼後共 1 張又 271 股（共 1,271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1065.0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571 股（共 1,571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1,041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+1.84%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41 股（共 1,041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57,624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57 張又 624 股（共 57,624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35,251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-0.96%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35 張又 251 股（共 35,251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14,345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14 張又 345 股（共 14,345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+4.47%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張（1,000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20 張又 528 股（共 20,528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36 張又 71 股（共 36,071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0／警告 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2026-10-06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【警告】加權指數單日 +2.55%：大盤劇烈波動，系統性風險升高 → 檢查持股率與停損，避免追高殺低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【提醒】2915 潤泰全：法人近 5 日賣超 771 張，籌碼轉弱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【提醒】2845 遠東銀：距停損價 12.5 只剩 2.4%，先掛好停損單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【提醒】2889 國票金：法人近 5 日賣超 17,564 張，籌碼轉弱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【提醒】5880 合庫金：距停損價 25.19 只剩 2.8%，先掛好停損單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【提醒】電子零組件業 9 檔漲停：同產業集體漲停：聯茂、華通、金像電、台光電、川湖、燿華 → 題材發酵中，但不追漲停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【提醒】光電業 4 檔漲停：同產業集體漲停：玉晶光、鼎元、冠西電、華興 → 題材發酵中，但不追漲停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27／跌停 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2026-10-06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漲停｜1303 南亞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塑膠工業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可能原因（新聞）：南亞(1303) 個股概覽 | 個股 - 股市 - CMoney；【11:00 即時新聞】南亞(130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可能原因（新聞）：聯茂(6213) 個股概覽 | 個股 - 股市 - CMoney；【11:44 即時新聞】聯茂(621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漲停｜2313 華通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可能原因（新聞）：【09:43 即時新聞】華通(2313)亮燈漲停，AI與衛星高階PCB題材受關注 - CMoney投資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漲停｜2368 金像電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可能原因（新聞）：金像電「8折價」引亞馬遜入股一度挫半根 分析師：布局中長線仍佳 - Yahoo股市；金像電(2368)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漲停｜2383 台光電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可能原因（新聞）：台光電噴漲停每張賺51萬元！7400名股東抄底成功 64位千張大戶身家秒漲16億元 - Yahoo股市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漲停｜2059 川湖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可能原因（新聞）：股后川湖漲停！抱1張現賺121萬 高價股4檔亮燈 - ETtoday財經雲；川湖(2059)2025股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漲停｜3406 玉晶光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可能原因（新聞）：玉晶光(3406)2025股利發放日、除權息日與歷年配息金額 - 股市爆料同學會 - CMoney；【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漲停｜8261 富鼎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可能原因（新聞）：AI伺服器功耗提升！富鼎(8261)高階功率元件受惠！ - pocket.tw；【09:59 即時新聞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58%／穩健 32%／ETF 10%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2026-10-06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基準配置：進攻籃 60%、穩健籃 40%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大盤健康上漲 → 進攻 +5%：站上季線 +6.7%、20 日漲幅 +5.0%，且模型無重大失誤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65%、穩健籃 35%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59%、穩健籃 32%、ETF 籃 10%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15%（分散個股風險、證交稅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大盤健康上漲 → ETF −5%，資金優先給個股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10%（佔股票＋ETF 目標持股；基準 15%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531 萬，執行後佔總資產 52.8%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進攻籃買進：2426 鼎元、3189 景碩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286 萬，執行後佔總資產 30.9%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91 萬，執行後佔總資產 10.0%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籃買進：00731 復華富時高息低波、00955 中信日本商社、00692 富邦公司治理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今日進攻籃佔比 59%，穩健籃佔比 32%，ETF 籃佔比 10%，相較於基準配置進攻籃 60%、穩健籃 40%，進攻籃略減 1個百分點，穩健籃減 8個百分點，ETF 籃減 5個百分點，調整原因為大盤健康上漲但需謹慎操作，進攻籃買入鼎元與景碩加碼，穩健籃維持現有部位不調整。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2026-10-06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00955 中信日本商社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00939 統一台灣高息動能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3010 華立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電子通路業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51.2%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4743 合一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生技醫療業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00965 元大航太防衛科技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009803 玉山市值動能50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6214 精誠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資訊服務業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00896 中信綠能及電動車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53.3%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00984A 主動安聯台灣高息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期貨與選擇權：做多 微型臺指期貨 7 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2026-10-06　|　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204"/>
                <a:gridCol w="2577465"/>
                <a:gridCol w="937260"/>
                <a:gridCol w="1405890"/>
                <a:gridCol w="1405890"/>
                <a:gridCol w="1640204"/>
                <a:gridCol w="1640204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合約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口數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保證金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最大損失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做多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TMF202610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49,774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48,467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245,350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91,490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期貨與選擇權判斷：做多 微型臺指期貨 7 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2026-10-06　|　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做多理由：方向模型：未來 5 個交易日上漲機率 61.3%（模型估計，不是保證）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66 次，命中率 65.2%（基準 63.8%），平均每次 +1.09%（已扣成本）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主要依據：距季線看空、月線在季線上看多、20 日波動看空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+0.84%、距高點回撤 -0.00%、剩 37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正常狀態：訊號夠強時以小部位放大報酬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61.3%（模型估計，不是保證）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66 次，命中率 65.2%（基準 63.8%），平均每次 +1.09%（已扣成本）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0 次，少於 20 次，證據不足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為何今日會漲／會跌（2026-10-02）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2026-10-06　|　10</a:t>
            </a:r>
          </a:p>
        </p:txBody>
      </p:sp>
      <p:pic>
        <p:nvPicPr>
          <p:cNvPr id="5" name="Picture 4" descr="2026-10-06_盤前報告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244860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艾笛森：今日上漲 +5.20%（+28,739 元），主因為「個股特有因素」（+4.07%）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潤泰全：今日下跌 -1.37%（-11,476 元），主因為「個股特有因素」（-1.41%）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6213 聯茂：今日上漲 +6.39%（+64,411 元），主因為「個股特有因素」（+4.64%）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1560 中砂：今日上漲 +1.50%（+15,615 元），主因為「個股特有因素」（+1.69%）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景碩：今日上漲 +3.96%（+41,040 元），主因為「個股特有因素」（+2.66%）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6196 帆宣：今日上漲 +2.66%（+16,000 元），主因為「個股特有因素」（+2.06%）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2026-10-06　|　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+5.20%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+28,739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+4.07%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-11,476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+6.39%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+64,411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+1.40%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+4.64%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+15,615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+3.96%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+41,040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+0.46%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+2.66%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-1.53%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-7,214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-2,881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+5,288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-0.53%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+1.09%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1206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股早盤大漲逾200點逼近5萬點，主要受台積電帶動，台積電創2590元新天價，權值股與外資買超提供支撐，但盤中因獲利了結與題材股輪動導致翻黑，個股方面，景碩受半導體業帶動漲3.96%，聯茂受電子零組件業帶動漲6.39%，帆宣受其他電子業帶動漲2.66%，艾笛森受光電業帶動漲5.2%，中砂受電機機械帶動漲1.5%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2026-10-06　|　12</a:t>
            </a:r>
          </a:p>
        </p:txBody>
      </p:sp>
      <p:pic>
        <p:nvPicPr>
          <p:cNvPr id="5" name="Picture 4" descr="2026-10-06_盤前報告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2026-10-06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目前持股中，艾笛森未實現損益 -3.04%，模型排名仍在全市場前 10%、股價在月線之上、虧損未擴大，權重 5.7% 仍低於上限，決策為續抱並可加碼；潤泰全未實現損益 -1.14%，買進第 1 個交易日，未滿 10 個交易日不換股、不因分數小幅轉弱賣出，決策為續抱；聯茂未實現損益 +3.45%，模型排名仍在全市場前 0%、股價在月線之上、虧損未擴大，權重 11.7% 仍低於上限，決策為續抱並可加碼；中砂未實現損益 +1.84%，模型排名仍在全市場前 5%、股價在月線之上、虧損未擴大，權重 10.7% 仍低於上限，決策為續抱並可加碼；景碩未實現損益 +3.66%，模型排名仍在全市場前 5%、股價在月線之上、虧損未擴大，權重 11.1% 仍低於上限，決策為續抱並可加碼；帆宣未實現損益 +4.47%，模型排名仍在全市場前 10%、股價在月線之上、虧損未擴大，權重 6.7% 仍低於上限，決策為續抱並可加碼；遠東銀未實現損益 -1.30%，買進第 1 個交易日，未滿 10 個交易日不換股、不因分數小幅轉弱賣出，決策為續抱；國票金未實現損益 -0.15%，買進第 1 個交易日，未滿 10 個交易日不換股、不因分數小幅轉弱賣出，決策為續抱；合庫金未實現損益 -0.96%，買進第 1 個交易日，未滿 10 個交易日不換股、不因分數小幅轉弱賣出，決策為續抱。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+83,729 元（+0.84%），已實現 +0 元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+5.78%（約 +582,789 元）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進攻籃最佳替換候選：3037 欣興，一個月預期報酬 +15.06%，創新高機率 86.9%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穩健籃最佳替換候選：00757 統一FANG+，一個月預期報酬 +3.15%，收正報酬機率 76.0%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【續抱並可加碼】3591 艾笛森（-17,910 元）：模型排名仍在全市場前 10%、股價在月線之上、虧損未擴大，權重 5.7% 仍低於上限，可逢回加碼攤低成本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【續抱】2915 潤泰全（-9,446 元）：買進第 1 個交易日，未滿 10 個交易日不換股、不因分數小幅轉弱賣出（模型排名每天都會小幅變動，來回換股要付約 0.58% 成本）；跌破停損 55.38 才出場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【續抱並可加碼】6213 聯茂（+39,365 元）：模型排名仍在全市場前 0%、股價在月線之上、虧損未擴大，權重 11.7% 仍低於上限，可逢回加碼攤低成本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【續抱並可加碼】1560 中砂（+19,512 元）：模型排名仍在全市場前 5%、股價在月線之上、虧損未擴大，權重 10.7% 仍低於上限，可逢回加碼攤低成本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【續抱並可加碼】3189 景碩（+39,628 元）：模型排名仍在全市場前 5%、股價在月線之上、虧損未擴大，權重 11.1% 仍低於上限，可逢回加碼攤低成本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【續抱並可加碼】6196 帆宣（+29,075 元）：模型排名仍在全市場前 10%、股價在月線之上、虧損未擴大，權重 6.7% 仍低於上限，可逢回加碼攤低成本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【續抱】2845 遠東銀（-6,098 元）：買進第 1 個交易日，未滿 10 個交易日不換股、不因分數小幅轉弱賣出（模型排名每天都會小幅變動，來回換股要付約 0.58% 成本）；跌破停損 12.5 才出場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【續抱】2889 國票金（-1,350 元）：買進第 1 個交易日，未滿 10 個交易日不換股、不因分數小幅轉弱賣出（模型排名每天都會小幅變動，來回換股要付約 0.58% 成本）；跌破停損 15.32 才出場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【續抱】5880 合庫金（-8,884 元）：買進第 1 個交易日，未滿 10 個交易日不換股、不因分數小幅轉弱賣出（模型排名每天都會小幅變動，來回換股要付約 0.58% 成本）；跌破停損 25.19 才出場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2026-10-06　|　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美債殖利率飆升至5.34%以上，對持股影響方向為正向，幅度為 0.59%，後續決策為有利：支持續抱；若一個月模型仍在前段班，可作為加碼依據；美光展示512GB DDR5記憶體，功耗降逾60%，直攻AI伺服器需求，對持股影響方向為正向，幅度為 0.17%，後續決策為有利：支持續抱；若一個月模型仍在前段班，可作為加碼依據；川普下令放寬紅色柴油使用限制，供應未增加恐擠壓農業用油，對持股影響方向為負向，幅度為 -0.17%，後續決策為輕度不利：列入觀察，暫不調整部位；SpaceX股價週一漲近8%，馬斯克身價重返兆美元富豪寶座，對持股影響方向為正向，幅度為 0.59%，後續決策為有利：支持續抱；若一個月模型仍在前段班，可作為加碼依據；美股內部裂痕擴大，標普500等權重指數9月跌約5%，漲勢集中在科技與通訊服務，對持股影響方向為負向，幅度為 -0.54%，後續決策為不利且敏感度高：嚴守停損 597.0 元、暫停加碼；若事件延續且跌破月線，先減碼一半；巴西總統大選首輪波索納洛領先，股匯齊漲，市場持樂觀態度，對持股影響方向為正向，幅度為 0.54%，後續決策為有利：支持續抱；若一個月模型仍在前段班，可作為加碼依據；美賓州麻疹病例破千、5人亡，全美疫情規模創1991年以來最高，對持股影響方向為負向，幅度為 -0.54%，後續決策為不利且敏感度高：嚴守停損 597.0 元、暫停加碼；若事件延續且跌破月線，先減碼一半；中東地區石油出口量回升，國際油價今日挫跌將近2%，對持股影響方向為正向，幅度為 0.17%，後續決策為有利：支持續抱；若一個月模型仍在前段班，可作為加碼依據。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美債殖利率飆升至5.34%以上，30年期近5.7%，美股仍創新高，AI巨頭遮蔽壓力 → 美國10年債殖利率↑：預估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美光展示512GB DDR5記憶體，功耗降逾60%，直攻AI伺服器需求 → 西德州原油↓：預估 +17,141 元（+0.17%）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川普下令放寬紅色柴油使用限制，供應未增加恐擠壓農業用油 → 西德州原油↑：預估 -17,141 元（-0.17%）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SpaceX股價週一漲近8%，馬斯克身價重返兆美元富豪寶座 → 費城半導體↑：預估 +59,246 元（+0.59%）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美股內部裂痕擴大，標普500等權重指數9月跌約5%，漲勢集中在科技與通訊服務 → VIX恐慌指數↑：預估 -54,482 元（-0.54%）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巴西總統大選首輪波索納洛領先，股匯齊漲，市場持樂觀態度 → VIX恐慌指數↓：預估 +54,482 元（+0.54%）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美賓州麻疹病例破千、5人亡，全美疫情規模創1991年以來最高 → VIX恐慌指數↑：預估 -54,482 元（-0.54%）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中東地區石油出口量回升，國際油價今日挫跌將近2% → 西德州原油↓：預估 +17,141 元（+0.17%）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國際事件：美債殖利率飆升至5.34%以上，30年期近5.7%，美股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2026-10-06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-0.0212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-0.03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-0.0744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0.0042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-0.0218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國際事件：美光展示512GB DDR5記憶體，功耗降逾60%，直攻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2026-10-06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-0.1506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+2,910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-0.2166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+8,731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+5,500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-0.0194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國際事件：川普下令放寬紅色柴油使用限制，供應未增加恐擠壓農業用油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2026-10-06　|　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-0.1506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-2,910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-0.2166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-8,731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-0.0194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2026-10-06　|　18</a:t>
            </a:r>
          </a:p>
        </p:txBody>
      </p:sp>
      <p:pic>
        <p:nvPicPr>
          <p:cNvPr id="5" name="Picture 4" descr="2026-10-06_盤前報告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650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20.9%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2026-10-06　|　19</a:t>
            </a:r>
          </a:p>
        </p:txBody>
      </p:sp>
      <p:pic>
        <p:nvPicPr>
          <p:cNvPr id="5" name="Picture 4" descr="2026-10-06_盤前報告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2026-10-06　|　20</a:t>
            </a:r>
          </a:p>
        </p:txBody>
      </p:sp>
      <p:pic>
        <p:nvPicPr>
          <p:cNvPr id="5" name="Picture 4" descr="2026-10-06_盤前報告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39570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2026-10-06　|　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張+364股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98.05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95.75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329,840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進攻｜00955 中信日本商社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 張+468股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308,762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進攻｜00692 富邦公司治理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張+714股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99.55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93.55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369,729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進攻｜2426 鼎元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張+626股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424,242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張+245股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1065.0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958.0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260,925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買進【ETF籃】00731 復華富時高息低波｜3 張 + 364 股｜限價 98.05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2026-10-06　|　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買進復華富時高息低波 ETF，因 ETF 分數 +0.99 達門檻，可分散個股風險且證交稅低，預期一個月超額報酬 +3.96%，買進 3 張又 364 股，停損 95.75 元，首段停利 103.9 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籃】高股息型 ETF，ETF 分數 +0.99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75.3%（全市場基準 20.9%，排名前 12%），預期超額報酬 +3.96%（排名前 33%）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-2.1%（52 週高 100.2，現價 98.05），正處於創高區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+0.9%、近 60 日 +10.4%，相對大盤 20 日 -4.8%、60 日 +4.4%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907,536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10,083,729 元 × 每筆風險 1.5% × 信心係數 1.50（由ETF 分數 +0.99 換算）= 226,884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2.26 與距 10 日低點 96.65 的距離 1.40 之較大者 = 2.26 元（進場 98.05 → 停損 95.75 元，2.3%）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226,884 ÷ 2.26 = 100,518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606 張 × 2%）」限制，下修至 12,118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8,754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98.31 與前一日收盤 98.05000305175781 的較低者 = 98.05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 張又 364 股（共 3,364 股），金額約 329,840 元，佔總資產 3.3%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+0.99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【多買】日均波動（ATR）1.2%，波動溫和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73.9%，可提高「正報酬晉級」機率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-1.4%，下檔有限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95.75 元全數賣出 3 張又 364 股（共 3,364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103.9 元（+6%）賣出 1 張又 121 股（共 1,121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109.8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買進【ETF籃】00955 中信日本商社｜19 張 + 468 股｜限價 15.86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2026-10-06　|　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買進中信日本商社 ETF，因 ETF 分數 +0.96 達門檻，可分散個股風險且證交稅低，預期一個月超額報酬 +3.04%，買進 19 張又 468 股，停損 15.41 元，首段停利 16.81 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籃】其他型 ETF，ETF 分數 +0.96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22.3%（全市場基準 20.9%，排名前 43%），預期超額報酬 +3.04%（排名前 41%）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-8.1%（52 週高 17.27，現價 15.87）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-2.6%、近 60 日 +10.4%，相對大盤 20 日 -8.3%、60 日 +4.4%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907,536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10,083,729 元 × 每筆風險 1.5% × 信心係數 1.50（由ETF 分數 +0.96 換算）= 226,884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0.45 與距 10 日低點 15.71 的距離 0.15 之較大者 = 0.45 元（進場 15.86 → 停損 15.41 元，2.8%）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226,884 ÷ 0.45 = 509,034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3,506 張 × 2%）」限制，下修至 70,127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50,659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15.89 與前一日收盤 15.869999885559082 的較低者 = 15.86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取整後：19 張又 468 股（共 19,468 股），金額約 308,762 元，佔總資產 3.1%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+0.96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【多買】日均波動（ATR）1.4%，波動溫和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-2.1%，下檔有限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51.7%，勝率普通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15.41 元全數賣出 19 張又 468 股（共 19,468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16.81 元（+6%）賣出 6 張又 488 股（共 6,488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17.76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買進【ETF籃】00692 富邦公司治理｜3 張 + 714 股｜限價 99.55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2026-10-06　|　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買進富邦公司治理 ETF，因 ETF 分數 +0.92 達門檻，可分散個股風險且證交稅低，預期一個月超額報酬 +6.84%，買進 3 張又 714 股，停損 93.55 元，首段停利 105.5 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籃】市值型型 ETF，ETF 分數 +0.92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96.5%（全市場基準 20.9%，排名前 3%），預期超額報酬 +6.84%（排名前 13%）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-0.4%（52 週高 99.9，現價 99.55），正處於創高區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+9.2%、近 60 日 +8.2%，相對大盤 20 日 +3.5%、60 日 +2.2%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907,536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10,083,729 元 × 每筆風險 1.5% × 信心係數 1.50（由ETF 分數 +0.92 換算）= 226,884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2.67 與距 10 日低點 93.60 的距離 5.95 之較大者 = 5.95 元（進場 99.55 → 停損 93.55 元，6.0%）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226,884 ÷ 5.95 = 38,132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669 張 × 2%）」限制，下修至 13,379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9,665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99.64 與前一日收盤 99.55000305175781 的較低者 = 99.55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 張又 714 股（共 3,714 股），金額約 369,729 元，佔總資產 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+0.92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【多買】日均波動（ATR）1.3%，波動溫和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4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65.8%，可提高「正報酬晉級」機率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-2.9%，下檔有限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93.55 元全數賣出 3 張又 714 股（共 3,714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105.5 元（+6%）賣出 1 張又 237 股（共 1,237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111.45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買進【進攻籃】2426 鼎元｜3 張 + 626 股｜限價 117.0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2026-10-06　|　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買進鼎元，因綜合分數 +0.80 達門檻，一個月模型預期超額報酬排名全市場前 5%、創新高機率 97.4%，買進 3 張又 626 股，停損 105.0 元，首段停利 128.5 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+0.80 達門檻（+0.30）；一個月模型預期超額報酬排名全市場前 5%、創新高機率 97.4%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97.4%（全市場基準 20.9%，排名前 1%），預期超額報酬 +9.93%（排名前 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+0.0%（52 週高 114.0，現價 114.0），正處於創高區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+20.0%、近 60 日 +55.1%，相對大盤 20 日 +14.3%、60 日 +49.1%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58% → 目標金額 5,309,083 元（已持有 4,635,609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10,083,729 元 × 每筆風險 1.5% × 信心係數 1.50（由綜合分數 +0.80 換算）= 226,695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12.66 與距 10 日低點 96.30 的距離 20.70 之較大者，但不超過進場價 10%（11.70） = 11.70 元（進場 117.00 → 停損 105.00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226,695 ÷ 11.70 = 19,376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15,749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116.33 × (1 + 0.5%) = 117.0，提高成交機率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 張又 626 股（共 3,626 股），金額約 424,242 元，佔總資產 4.2%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+0.80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97.4%，勝率高可多配置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+38.6%，基本面支撐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【少買】日均波動（ATR）5.6%，波動大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114.0 元（距現價 -0.0%）即確認創新高，續抱讓獲利奔跑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105.00 元全數賣出 3 張又 626 股（共 3,626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128.5 元（+10%）賣出 1 張又 208 股（共 1,208 股），停損上移至成本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買進【進攻籃】3189 景碩｜0 張 + 245 股｜限價 1065.0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2026-10-06　|　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加碼景碩，因綜合分數 +0.77 達門檻，一個月模型預期超額報酬排名全市場前 4%、創新高機率 91.7%，買進 245 股（零股），停損 958.0 元，首段停利 1170.0 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+0.77 達門檻（+0.30）；一個月模型預期超額報酬排名全市場前 4%、創新高機率 91.7%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91.7%（全市場基準 20.9%，排名前 5%），預期超額報酬 +10.51%（排名前 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-4.8%（52 週高 1150.0，現價 1095.0）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+41.3%、近 60 日 +45.0%，相對大盤 20 日 +35.6%、60 日 +39.0%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58% → 目標金額 5,309,083 元（已持有 4,635,609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10,083,729 元 × 每筆風險 1.5% × 信心係數 1.46（由綜合分數 +0.77 換算）= 220,266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111.00 與距 10 日低點 815.00 的距離 250.00 之較大者，但不超過進場價 10%（106.50） = 106.50 元（進場 1065.00 → 停損 958.00 元，10.0%）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220,266 ÷ 106.50 = 2,068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受「進攻籃單檔上限 25%」限制，下修至 1,312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1,067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進場價：RSI14 = 75.8 &gt; 75 偏熱，不追價：限價設在前一日收盤 1095.0 − 0.5×ATR 55.50 = 1065.0，等回檔才買（可能當日不成交）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取整後：245 股（零股），金額約 260,925 元，佔總資產 2.6%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+0.77 高，信心係數 1.46 ≥ 1 放大部位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8 日，籌碼穩定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91.7%，勝率高可多配置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+40.6%，基本面支撐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【少買】日均波動（ATR）5.1%，波動大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【少買】已達進攻籃單檔上限，分散風險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【少買】RSI14 = 75.8 偏熱，限價等回檔，可能買不到或買得少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1150.0 元（距現價 4.8%）即確認創新高，續抱讓獲利奔跑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958.00 元全數賣出 245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1170.0 元（+10%）賣出 81 股（零股），停損上移至成本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2026-10-06　|　27</a:t>
            </a:r>
          </a:p>
        </p:txBody>
      </p:sp>
      <p:pic>
        <p:nvPicPr>
          <p:cNvPr id="5" name="Picture 4" descr="2026-10-06_盤前報告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59887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期貨戶轉入證券戶：1,386,625 元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2026-10-06　|　28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76.8%（建倉期至 10/16，不罰）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93.6%（目標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9 檔＋本次建議 = 13 檔；執行後持有 13 檔（第三週 10/19 起才檢查）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17 筆＋本次建議 5 筆 = 22 筆；剩餘 37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0 元 / 上限 3,025,119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+0.84%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2026-10-06　|　29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83.3%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+0.46%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79.4% / 31.0%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