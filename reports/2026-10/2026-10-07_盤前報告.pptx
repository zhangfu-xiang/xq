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2026-10-07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1,018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+1.80%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107.2%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普遍上揚，那斯達克漲0.45%，標普500漲0.58%，費城半導體漲0.34%，台積電ADR小跌0.72%，美元兌台幣貶0.26%，美10年債殖利率跌0.79%，原油漲0.32%，黃金漲0.81%，VIX恐慌指數跌3.29%。台股指數強勢逼近五萬點，法人多看好獲利動能與AI成長，但美長債殖利率高檔及市場分化風險仍為關注焦點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台股開盤預測開低0.11%，盤中預期續強0.33%，模型開盤命中率80.2%。大盤站上月線與季線，20日漲幅+8.4%，綠燈強勢，進攻籃比例維持85%。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60,624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20 張又 208 股（共 20,208 股），保留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617 股（零股），加碼後共 1 張又 643 股（共 1,643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176 股（零股），加碼後共 1 張又 176 股（共 1,176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20 張又 543 股（共 20,543 股），加碼後共 41 張又 71 股（共 41,071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+8.41%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571 股（共 1,571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41 股（共 1,041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35,251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35 張又 251 股（共 35,251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14 張又 345 股（共 14,345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0／警告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【警告】2889 國票金：負面新聞：國票金董事會通過薪酬改革案 2獨董有異見；股價偏弱，減碼三分之一 → 建議賣出 20 張又 208 股（共 20,208 股）（持有 60,624 股的 33%），限價 16.0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【提醒】2845 遠東銀：距停損價 12.5 只剩 2.8%，先掛好停損單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【提醒】光電業 6 檔漲停：同產業集體漲停：聯一光、GIS-KY、冠西電、天鉞電、杭特、欣普羅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【提醒】化學工業 4 檔漲停：同產業集體漲停：磐亞、大立、永純、大恭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+82,800 元：均價 49,875、現價 50,082 → 依建議的停損停利執行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32／跌停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跌停｜1727 中華化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可能原因（新聞）：利多出盡？中華化結親合資新公司不漲反重挫8% 台塑漲2% - Yahoo股市；營收速報 - 中華化(1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跌停｜6538 倉和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可能原因（新聞）：倉和(6538)千張大戶與散戶持股比例，持股籌碼集中度查詢 - 股市爆料同學會 - CMoney；盤中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跌停｜2236 百達-KY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汽車工業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可能原因（新聞）：2236 百達-KY - 硬碟夾取臂全球市佔55%，希捷東芝趕快來競標吧 - 股市爆料同學會 - CM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跌停｜7772 耀穎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可能原因（新聞）：7772 耀穎 - 7772到底替衛星做什麼？ 它不是做衛星本體，也不是做低軌... - 股市爆料同學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漲停｜6257 矽格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可能原因（新聞）：矽格(6257)營收查詢｜月營收統計與YOY年增率圖表 - 股市爆料同學會 - CMoney；【11: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漲停｜3441 聯一光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可能原因（新聞）：【09:16 即時新聞】聯一光(3441) 亮燈漲停，AI光學與軍工題材同受關注 - CMoney投資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漲停｜1711 永光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可能原因（新聞）：【11:57 即時新聞】永光(1711)股價走強，特用化學與電子化學品表現成盤中焦點 - CMoney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漲停｜6456 GIS-KY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可能原因（新聞）：GIS-KY(6456) 個股概覽 | 個股 - 股市 - CMoney；猛衝8天悍拔2漲停！「觸控模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漲停｜7788 松川精密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可能原因（新聞）：松川精密(7788)2025股利發放日、除權息日與歷年配息金額 - 股市爆料同學會 - CMoney；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漲停｜2466 冠西電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冠西電(2466)股價拉至漲停，漲停價124.5元，成交833張 - TradingVi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漲停｜6716 應廣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可能原因（新聞）：【09:34 即時新聞】應廣(6716)強勢大漲逼近漲停，IC設計族群買盤延續-CMoney 研究員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漲停｜4556 旭然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可能原因（新聞）：【12:17 即時新聞】旭然(4556)股價走強站上123元，短線續攻成盤中焦點 - CMoney投資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76%／穩健 14%／ETF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+8.4%），積極進攻 → 進攻籃 85%（已持續 35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依據：2020-12～2026-10 加權指數 1,399 個交易日（訊號隔日生效、換籃成本 0.6% 照算；進攻 β1.3／穩健 β0.6 代理），綠燈進攻 85%／中性 60%／紅燈 30% 年化 26.3%、最大回檔 -29.0%，優於固定進攻 60%／穩健 40%（25.4%、-32.2%）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85%、穩健籃 15%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76%、穩健籃 14%、ETF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701 萬，執行後佔總資產 69.1%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進攻籃買進：1303 南亞、3189 景碩、3591 艾笛森、6196 帆宣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124 萬，執行後佔總資產 31.3%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92 萬，執行後佔總資產 10.0%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籃買進：00692 富邦公司治理、00731 復華富時高息低波、00757 統一FANG+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76%，穩健籃佔14%，ETF籃佔10%。進攻籃買入南亞、景碩、艾笛森、帆宣；穩健籃賣出國票金20,208股，因風險警示負面新聞及股價偏弱，減碼三分之一。ETF籃買入富邦公司治理、復華富時高息低波、統一FANG+，以分散個股風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3010 華立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00882 中信中國高股息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5534 長虹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6753 龍德造船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航運業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00770 國泰北美科技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1210 大成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食品工業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009803 玉山市值動能50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2820 華票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+1.80%、距高點回撤 -0.12%、剩 36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正常狀態：訊號夠強時以小部位放大報酬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59.6%（模型估計，不是保證）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66 次，命中率 65.2%（基準 63.9%），平均每次 +1.09%（已扣成本）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1,350 點（停損距離）約虧損 540,000 元（總資產 5.3%），可考慮減碼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9</a:t>
            </a:r>
          </a:p>
        </p:txBody>
      </p:sp>
      <p:pic>
        <p:nvPicPr>
          <p:cNvPr id="5" name="Picture 4" descr="2026-10-07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24486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-0.96%（-8,813 元），主因為「產業因素」（-3.16%）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國票金：今日下跌 -0.62%（-6,062 元），主因為「產業因素」（-3.16%）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-0.78%（-3,607 元），主因為「產業因素」（-3.16%）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-1.04%（-8,607 元），主因為「個股特有因素」（-1.42%）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+4.29%（+46,170 元），主因為「大盤因素」（+4.58%）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-1.77%（-10,264 元），主因為「產業因素」（-3.11%）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-8,813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+46,170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+26,025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+106,828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1206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多頭燒到Q4，法人點名六大AI族群衝鋒，內資力挺台股站52500點，法人看好12檔。景碩今日上漲4.29%，主因大盤因素貢獻+4.58%，半導體業中位數0%，個股因素+2.26%。中砂上漲2.46%，主因產業因素，電機機械類股中位數-0.83%，相對大盤-3.38%，大盤貢獻+3.37%，個股因素+2.48%。帆宣上漲9.87%，主因個股特有因素+8.77%，大盤貢獻+3.10%，其他電子業中位數+0.56%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11</a:t>
            </a:r>
          </a:p>
        </p:txBody>
      </p:sp>
      <p:pic>
        <p:nvPicPr>
          <p:cNvPr id="5" name="Picture 4" descr="2026-10-07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虧損部位：合庫金(-0.77%)續抱，未滿10日不換股；國票金(+1.03%)續抱；遠東銀(-0.92%)續抱；潤泰全(+0.06%)續抱；艾笛森(-5.66%)續抱，虧損需上漲6.00%，預期需約9個交易日。獲利部位：景碩(+1.29%)續抱並可加碼；中砂(+0.86%)續抱並可加碼；帆宣(+2.01%)續抱並可加碼；聯茂(+8.41%)續抱並可加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+180,130 元（+1.80%），已實現 +0 元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+6.16%（約 +627,372 元）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進攻籃最佳替換候選：3443 創意，一個月預期報酬 +19.86%，創新高機率 93.2%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穩健籃最佳替換候選：00939 統一台灣高息動能，一個月預期報酬 +4.44%，收正報酬機率 72.6%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合庫金（-7,125 元）：買進第 2 個交易日，未滿 10 個交易日不換股、不因分數小幅轉弱賣出（模型排名每天都會小幅變動，來回換股要付約 0.58% 成本）；跌破停損 25.19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國票金（+10,043 元）：買進第 2 個交易日，未滿 10 個交易日不換股、不因分數小幅轉弱賣出（模型排名每天都會小幅變動，來回換股要付約 0.58% 成本）；跌破停損 15.32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遠東銀（-4,296 元）：買進第 2 個交易日，未滿 10 個交易日不換股、不因分數小幅轉弱賣出（模型排名每天都會小幅變動，來回換股要付約 0.58% 成本）；跌破停損 12.5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潤泰全（+502 元）：買進第 2 個交易日，未滿 10 個交易日不換股、不因分數小幅轉弱賣出（模型排名每天都會小幅變動，來回換股要付約 0.58% 成本）；跌破停損 55.38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景碩（+13,977 元）：模型排名仍在全市場前 4%、股價在月線之上、虧損未擴大，權重 10.8%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【續抱】3591 艾笛森（-33,308 元）：買進第 2 個交易日，未滿 10 個交易日不換股、不因分數小幅轉弱賣出（模型排名每天都會小幅變動，來回換股要付約 0.58% 成本）；跌破停損 25.8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中砂（+9,101 元）：模型排名仍在全市場前 7%、股價在月線之上、虧損未擴大，權重 10.5%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帆宣（+13,075 元）：模型排名仍在全市場前 14%、股價在月線之上、虧損未擴大，權重 6.5%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聯茂（+95,920 元）：模型排名仍在全市場前 2%、股價在月線之上、虧損未擴大，權重 12.1%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長債殖利率續徘徊近24年高點，對金融股影響有限，維持原決策。美債殖利率升勢暫停、美元疲軟黃金攀漲，對景碩有利+0.85%，帆宣有利+0.50%，支持續抱。西德州原油逐步恢復，對艾笛森輕度不利-0.50%，帆宣-0.80%，聯茂-0.75%，列入觀察暫不調整。中歐瀕臨貿易戰，VIX恐慌指數上升，對景碩不利-1.00%，中砂-1.00%，帆宣-1.31%，聯茂-1.21%，嚴守停損暫停加碼。美元走強，對景碩輕度不利-0.68%，列入觀察。標普500創歷史新高，對景碩有利+1.28%，中砂+1.00%，帆宣+1.30%，聯茂+1.35%，支持續抱。費城半導體續強，對景碩有利+1.47%，中砂+1.17%，帆宣+1.35%，聯茂+1.18%，支持續抱。中國經濟K型化嚴重，對帆宣輕度不利-0.50%，列入觀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美長債殖利率續徘徊近24年高點，交易員持續加碼做空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美債殖利率升勢暫停、美元疲軟 黃金攀漲 → 黃金↑：預估 +13,202 元（+0.13%）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荷姆茲海峽石油運輸逐步恢復，但油輪載出的多是原油，全球眼下急需的柴油仍供應不足 → 西德州原油↑：預估 -17,353 元（-0.17%）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中歐瀕臨貿易戰 明起最後談判 → VIX恐慌指數↑：預估 -54,567 元（-0.54%）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川普改口讚美元強勢 反映美國表現好、還能壓通膨 → 美元兌台幣↑：預估 -7,465 元（-0.07%）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標普500創歷史新高 25檔飆股今年漲逾100% → 標普500↑：預估 +57,124 元（+0.56%）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美股AI概念股續強 Constellation核電長約激勵飆漲15% → 費城半導體↑：預估 +59,498 元（+0.58%）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中國經濟K型化嚴重 IMF新書：資本錯配加劇 → 中國大型股ETF↓：預估 -6,961 元（-0.07%）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國際事件：美長債殖利率續徘徊近24年高點，交易員持續加碼做空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國際事件：美債殖利率升勢暫停、美元疲軟 黃金攀漲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0.0683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+9,331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0.2186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國際事件：荷姆茲海峽石油運輸逐步恢復，但油輪載出的多是原油，全球眼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-9,273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17</a:t>
            </a:r>
          </a:p>
        </p:txBody>
      </p:sp>
      <p:pic>
        <p:nvPicPr>
          <p:cNvPr id="5" name="Picture 4" descr="2026-10-07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655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18</a:t>
            </a:r>
          </a:p>
        </p:txBody>
      </p:sp>
      <p:pic>
        <p:nvPicPr>
          <p:cNvPr id="5" name="Picture 4" descr="2026-10-07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19</a:t>
            </a:r>
          </a:p>
        </p:txBody>
      </p:sp>
      <p:pic>
        <p:nvPicPr>
          <p:cNvPr id="5" name="Picture 4" descr="2026-10-07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4424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張+208股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327,370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張+474股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張+982股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294,174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張+602股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144.65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376,379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張+723股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256.5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1,061,055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張+617股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669,445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張+543股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559,797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張+176股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117,920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國票金｜20 張 + 208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風險警示：負面新聞：國票金董事會通過薪酬改革案 2獨董有異見；股價偏弱，減碼三分之一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40,416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買進【ETF籃】00692 富邦公司治理｜3 張 + 474 股｜限價 100.0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買入富邦公司治理ETF，市值型ETF分數+0.99達門檻，一個月創新高機率97.9%，預期超額報酬+5.43%，分散個股風險。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97.9%（全市場基準 20.8%，排名前 0%），預期超額報酬 +5.43%（排名前 19%）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-0.1%（52 週高 100.1，現價 100.0），正處於創高區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+8.1%、近 60 日 +9.1%，相對大盤 20 日 +1.3%、60 日 -0.5%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916,212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1.50（由ETF 分數 +0.99 換算）= 229,053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2.57 與距 10 日低點 94.50 的距離 5.50 之較大者 = 5.50 元（進場 100.00 → 停損 94.50 元，5.5%）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229,053 ÷ 5.50 = 41,646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705 張 × 2%）」限制，下修至 14,094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10,620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100.15 與前一日收盤 100.0 的較低者 = 100.0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474 股（共 3,474 股），金額約 347,400 元，佔總資產 3.4%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79.9%，可提高「正報酬晉級」機率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-1.6%，下檔有限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94.50 元全數賣出 3 張又 474 股（共 3,474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106.0 元（+6%）賣出 1 張又 157 股（共 1,157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112.0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復華富時高息低波｜2 張 + 982 股｜限價 98.65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買入復華富時高息低波ETF，高股息型ETF分數+0.98達門檻，一個月創新高機率77.4%，預期超額報酬+4.76%，分散個股風險。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+0.98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77.4%（全市場基準 20.8%，排名前 11%），預期超額報酬 +4.76%（排名前 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-1.5%（52 週高 100.2，現價 98.7），正處於創高區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+0.3%、近 60 日 +11.0%，相對大盤 20 日 -6.5%、60 日 +1.4%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916,212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1.50（由ETF 分數 +0.98 換算）= 229,053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2.06 與距 10 日低點 96.65 的距離 2.00 之較大者 = 2.06 元（進場 98.65 → 停損 96.55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229,053 ÷ 2.06 = 110,960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605 張 × 2%）」限制，下修至 12,098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9,115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98.94 與前一日收盤 98.69999694824219 的較低者 = 98.65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982 股（共 2,982 股），金額約 294,174 元，佔總資產 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+0.98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71.1%，可提高「正報酬晉級」機率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-1.6%，下檔有限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96.55 元全數賣出 2 張又 982 股（共 2,982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104.55 元（+6%）賣出 993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110.45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統一FANG+｜2 張 + 602 股｜限價 144.65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買入統一FANG+ETF，其他型ETF分數+0.97達門檻，一個月創新高機率95.5%，預期超額報酬+2.67%，分散個股風險。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+0.97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95.5%（全市場基準 20.8%，排名前 3%），預期超額報酬 +2.67%（排名前 50%）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-0.4%（52 週高 145.35，現價 144.7），正處於創高區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+2.2%、近 60 日 +10.6%，相對大盤 20 日 -4.6%、60 日 +1.0%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916,212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1.50（由ETF 分數 +0.97 換算）= 229,053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2.99 與距 10 日低點 140.95 的距離 3.70 之較大者 = 3.70 元（進場 144.65 → 停損 140.90 元，2.6%）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229,053 ÷ 3.70 = 61,906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10,557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7,954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145.5 與前一日收盤 144.6999969482422 的較低者 = 144.65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602 股（共 2,602 股），金額約 376,379 元，佔總資產 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+0.97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68.3%，可提高「正報酬晉級」機率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-2.2%，下檔有限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140.90 元全數賣出 2 張又 602 股（共 2,602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153.3 元（+6%）賣出 867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162.0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買進【進攻籃】1303 南亞｜3 張 + 723 股｜限價 285.0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買入南亞3,723股，綜合分數+0.82達門檻，一個月預期超額報酬+13.82%，創新高機率94.3%，近20日漲+29.9%，基本面月營收年增+46.8%。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+0.82 達門檻（+0.30）；一個月模型預期超額報酬排名全市場前 2%、創新高機率 94.3%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94.3%（全市場基準 20.8%，排名前 3%），預期超額報酬 +13.82%（排名前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-2.3%（52 週高 300.0，現價 293.0），正處於創高區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+29.9%、近 60 日 +61.4%，相對大盤 20 日 +23.1%、60 日 +51.8%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7,009,020 元（已持有 4,624,709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1.50（由綜合分數 +0.82 換算）= 229,053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30.36 與距 10 日低點 223.00 的距離 62.00 之較大者，但不超過進場價 10%（28.50） = 28.50 元（進場 285.00 → 停損 256.50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229,053 ÷ 28.50 = 8,037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4,314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75.2 &gt; 75 偏熱，不追價：限價設在前一日收盤 293.0 − 0.5×ATR 15.18 = 285.0，等回檔才買（可能當日不成交）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723 股（共 3,723 股），金額約 1,061,055 元，佔總資產 10.4%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+0.82 高，信心係數 1.50 ≥ 1 放大部位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94.3%，勝率高可多配置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+46.8%，基本面支撐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75.2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300.0 元（距現價 2.3%）即確認創新高，續抱讓獲利奔跑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256.50 元全數賣出 3 張又 723 股（共 3,723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313.5 元（+10%）賣出 1 張又 240 股（共 1,240 股），停損上移至成本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買進【進攻籃】3189 景碩｜0 張 + 617 股｜限價 1085.0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買入景碩617股，綜合分數+0.78達門檻，一個月預期超額報酬+14.86%，創新高機率85.6%，近20日漲+30.6%，月營收年增+44.5%。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1%、創新高機率 85.6%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85.6%（全市場基準 20.8%，排名前 6%），預期超額報酬 +14.86%（排名前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-7.0%（52 週高 1150.0，現價 1070.0）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+30.6%、近 60 日 +34.6%，相對大盤 20 日 +23.9%、60 日 +25.0%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7,009,020 元（已持有 4,624,709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1.47（由綜合分數 +0.78 換算）= 225,044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112.71 與距 10 日低點 824.00 的距離 261.00 之較大者，但不超過進場價 10%（108.50） = 108.50 元（進場 1085.00 → 停損 976.00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225,044 ÷ 108.50 = 2,074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1,334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716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1078.12 × (1 + 0.5%) = 1085.0，提高成交機率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取整後：617 股（零股），金額約 669,445 元，佔總資產 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85.6%，勝率高可多配置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+44.5%，基本面支撐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【少買】日均波動（ATR）5.3%，波動大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1150.0 元（距現價 7.0%）即確認創新高，續抱讓獲利奔跑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976.00 元全數賣出 617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1190.0 元（+10%）賣出 205 股（零股），停損上移至成本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艾笛森｜20 張 + 543 股｜限價 27.25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買入艾笛森20,543股，綜合分數+0.69達門檻，一個月預期超額報酬+12.91%，創新高機率46.0%，近20日漲+9.3%，月營收年增+40.6%。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+0.69 達門檻（+0.30）；一個月模型預期超額報酬排名全市場前 2%、創新高機率 46.0%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46.0%（全市場基準 20.8%，排名前 24%），預期超額報酬 +12.91%（排名前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-18.9%（52 週高 33.34，現價 27.05）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+9.3%、近 60 日 -7.0%，相對大盤 20 日 +0.8%、60 日 -14.8%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7,009,020 元（已持有 4,624,709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1.36（由綜合分數 +0.69 換算）= 207,484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3.58 與距 10 日低點 23.30 的距離 3.95 之較大者，但不超過進場價 10%（2.73） = 2.73 元（進場 27.25 → 停損 24.50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207,484 ÷ 2.73 = 76,141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2,217 張 × 2%）」限制，下修至 44,347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23,804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27.07 × (1 + 0.5%) = 27.25，提高成交機率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取整後：20 張又 543 股（共 20,543 股），金額約 559,797 元，佔總資產 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+0.69 高，信心係數 1.36 ≥ 1 放大部位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46.0%，勝率普通故保守配置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18.9%）即確認創新高，續抱讓獲利奔跑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24.50 元全數賣出 20 張又 543 股（共 20,543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29.95 元（+10%）賣出 6 張又 846 股（共 6,846 股），停損上移至成本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買進【進攻籃】6196 帆宣｜0 張 + 176 股｜限價 670.0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買入帆宣176股，綜合分數+0.63達門檻，一個月預期超額報酬+4.76%，創新高機率88.6%，近20日漲+28.5%，月營收年增+83.9%。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+0.63 達門檻（+0.30）；一個月模型預期超額報酬排名全市場前 23%、創新高機率 88.6%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88.6%（全市場基準 20.8%，排名前 6%），預期超額報酬 +4.76%（排名前 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-3.1%（52 週高 684.0，現價 663.0）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+28.5%、近 60 日 +20.8%，相對大盤 20 日 +21.7%、60 日 +11.2%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7,009,020 元（已持有 4,624,709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1.29（由綜合分數 +0.63 換算）= 197,176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51.29 與距 10 日低點 532.00 的距離 138.00 之較大者，但不超過進場價 10%（67.00） = 67.00 元（進場 670.00 → 停損 603.00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197,176 ÷ 67.00 = 2,943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2,809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1,508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176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666.65 × (1 + 0.5%) = 670.0，提高成交機率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取整後：176 股（零股），金額約 117,920 元，佔總資產 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+0.63 高，信心係數 1.29 ≥ 1 放大部位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88.6%，勝率高可多配置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+83.9%，基本面支撐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684.0 元（距現價 3.1%）即確認創新高，續抱讓獲利奔跑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603.00 元全數賣出 176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737.0 元（+10%）賣出 58 股（零股），停損上移至成本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29</a:t>
            </a:r>
          </a:p>
        </p:txBody>
      </p:sp>
      <p:pic>
        <p:nvPicPr>
          <p:cNvPr id="5" name="Picture 4" descr="2026-10-07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89351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期貨戶轉入證券戶：1,699,440 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77.4%（建倉期至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107.2%（目標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9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45 筆＋本次建議 8 筆 = 53 筆；剩餘 36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1,444,930 元 / 上限 3,054,039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+1.80%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80.7% / 31.0%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2026-10-07　|　32</a:t>
            </a:r>
          </a:p>
        </p:txBody>
      </p:sp>
      <p:pic>
        <p:nvPicPr>
          <p:cNvPr id="5" name="Picture 4" descr="2026-10-07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