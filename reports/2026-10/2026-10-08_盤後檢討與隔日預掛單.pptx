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2026-10-08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979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-2.08%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100.0%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美股隔夜顯示那斯達克期貨下跌0.49%，費城半導體指數下跌1.15%，美元兌台幣升值0.51%，原油上漲3.78%，台股重挫近500點，三大法人賣超近900億元，市場觀望氣濃厚。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台股開盤預測微漲0.06%，盤中可能回落，模型命中率80.9%，需注意台積電能否重新轉強及4萬9支撐位。（注意：盤後版使用的美股資料為前一晚收盤，明早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【警告】1608 華榮：負面新聞：9月營收月增率為負 → 減半買進（3 張又 741 股（共 3,741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【警告】3231 緯創：負面新聞：辦理減資變更登記完成 → 減半買進（1 張又 115 股（共 1,115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【警告】交易過的標的 0／5 檔，還差 5 檔：每日收盤追蹤「交易過的標的數目」，未達每次扣報酬率 0.2%（建倉期至 10/18 不罰） → 建倉期結束前至少成交 5 檔不同標的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檔漲停：同產業集體漲停：華新科、光頡、倉和、鈺邦、騰輝電子-KY、志超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5 檔漲停：同產業集體漲停：台勝科、宏捷科、台星科、點序、合邦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【提醒】交易筆數 1／10 筆，還差 9 筆：競賽期間買進、賣出各算一筆，總數需達 10 筆以上，否則不列入排名 → 照建議下單即可達標；只算實際成交，掛單沒成交不算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-207,200 元：均價 49,875、現價 49,357 → 依建議的停損停利執行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35／跌停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跌停｜6515 穎崴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可能原因（新聞）：「前後任股后」雙觸跌停！ 川湖、穎崴9月營收翻車投資人失血 - ETtoday財經雲；6515 穎崴-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跌停｜2059 川湖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可能原因（新聞）：股后川湖一字跌停！9月營收驟減31％嚇壞市場 1張蒸發131萬、逾900張排隊賣 - Yahoo股市；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跌停｜7788 松川精密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可能原因（新聞）：7788 松川精密- 【最新消息】外資連3買加持，「繼電器廠」創236日新高！ - 股市爆料同學會 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跌停｜7792 安葆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安葆(7792)股價殺至跌停，跌停價406.5元，成交1,063張 - TradingV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可能原因（新聞）：被動元件紅通通！華新科連2燈、國巨飆一個半月新高 分析師這樣看 - Yahoo股市；華新科強勢補漲挑戰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漲停｜1301 台塑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可能原因（新聞）：1301 台塑 - 台塑這週估76.3 - 股市爆料同學會 - CMoney；【11:12 即時新聞】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漲停｜6442 光聖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可能原因（新聞）：光聖(6442)8月營收創歷史次高年增152.24%，高芯數光纜放量撐住毛利率逾六成 - 鉅亨網；【0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漲停｜1802 台玻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玻璃陶瓷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可能原因（新聞）：台玻爆量漲停！睽違逾2個月重返65元關卡 6000人提早下車「一張少賺2.37萬元」 - Yahoo股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漲停｜3532 台勝科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可能原因（新聞）：【11:49 即時新聞】台勝科(3532)股價走強靠攏500元關卡，矽晶圓族群成盤中焦點 - CMon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漲停｜3624 光頡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可能原因（新聞）：【09:53 即時新聞】光頡(3624) 亮燈漲停，被動元件族群成盤中焦點 - CMoney；營收速報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漲停｜4908 前鼎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可能原因（新聞）：【09:45 即時新聞】前鼎(4908) 亮燈漲停，光通訊題材成盤中焦點 - CMoney投資網誌；4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漲停｜8086 宏捷科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可能原因（新聞）：焦點股》宏捷科：主力回來了！股價連兩日亮燈 - 自由財經；訂單滿手，宏捷科Q4營收有望季增 - Yah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+4.7%），積極進攻 → 進攻籃 85%（已持續 38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674 萬，執行後佔總資產 76.5%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景碩、8046 南電、3037 欣興、5432 新門、6811 宏碁資訊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119 萬，執行後佔總資產 13.5%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穩健籃買進：1608 華榮、3231 緯創、3023 信邦、4585 達明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88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復華富時高息低波、00692 富邦公司治理、00757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76.5%，穩健籃佔13.5%，ETF籃佔10%，進攻籃買入南亞、景碩、南電、欣興、新門、宏碁資訊等高成長股，穩健籃買入華榮、緯創、信邦、達明等穩健標的，ETF籃買入復華富時高息低波、富邦公司治理、統一FANG+，調整原因為綠燈強勢、大盤站上月線與季線、20日漲+4.7%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3023 信邦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4585 達明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00934 中信成長高股息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-2.08%、距高點回撤 -3.92%、剩 35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57.8%（模型估計，不是保證）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64.5%（基準 64.1%）、平均每次 +0.68%（一直做多 +0.79%），沒有擇時優勢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1,297 點（停損距離）約虧損 518,800 元（總資產 5.3%），可考慮減碼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-207,760元（-2.08%），需上漲2.12%才能回本，進攻籃最佳替換候選為2455全新，一個月預期報酬+15.53%，創新高機率78.1%，穩健籃最佳替換候選為00939統一台灣高息動能，一個月預期報酬+4.38%，收正報酬機率74.6%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-207,760 元（-2.08%），已實現 +0 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2.12%；只有正報酬才列入排名，補回虧損是第一優先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進攻籃最佳替換候選：2455 全新，一個月預期報酬 +15.53%，創新高機率 78.1%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+4.38%，收正報酬機率 74.6%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目前無持股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攀升對小型股造成重創，資金轉向科技七巨頭避波動，對南亞等股影響不大；強勢美元與高殖利率夾擊黃金期貨跌至雙月低點，對景碩、南電、欣興造成輕度不利影響，暫列觀察；美光股價受AI記憶體需求利好，對南亞等股有利，支持續抱；德國出口下降對標普500相關股造成輕度不利，需嚴守停損；德國擋下中遠收購股權對VIX相關股造成輕度不利，暫列觀察；美前財長魯賓警惕AI投資循環風險，同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美債殖利率攀升重創小型股，資金轉向科技七巨頭避波動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強勢美元與高殖利率夾擊，黃金期貨跌至雙月低點 → 黃金↓：預估 -24,578 元（-0.25%）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黃金摔至2個月低點！專家示警恐下探4000美元 → 黃金↓：預估 -24,578 元（-0.25%）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美光股價能翻3倍？分析師喊出3000美元目標價 擁AI記憶體需求和庫藏股利多 → 費城半導體↑：預估 +67,958 元（+0.69%）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對美出口銳減 德國8月出口意外下降0.8% → 標普500↓：預估 -47,590 元（-0.49%）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德國擋下中遠收購股權 稱物流路線涉北約安全 → VIX恐慌指數↑：預估 -46,316 元（-0.47%）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美前財長魯賓：警惕AI投資「循環風險」 不能寄望AI成長解決美國債務問題 → VIX恐慌指數↑：預估 -46,316 元（-0.47%）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國際事件：美債殖利率攀升重創小型股，資金轉向科技七巨頭避波動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8046 南電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國際事件：強勢美元與高殖利率夾擊，黃金期貨跌至雙月低點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8046 南電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國際事件：黃金摔至2個月低點！專家示警恐下探4000美元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8046 南電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-7,050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13</a:t>
            </a:r>
          </a:p>
        </p:txBody>
      </p:sp>
      <p:pic>
        <p:nvPicPr>
          <p:cNvPr id="5" name="Picture 4" descr="2026-10-08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652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14</a:t>
            </a:r>
          </a:p>
        </p:txBody>
      </p:sp>
      <p:pic>
        <p:nvPicPr>
          <p:cNvPr id="5" name="Picture 4" descr="2026-10-08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15</a:t>
            </a:r>
          </a:p>
        </p:txBody>
      </p:sp>
      <p:pic>
        <p:nvPicPr>
          <p:cNvPr id="5" name="Picture 4" descr="2026-10-08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5094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張+483股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276,871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張+231股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穩健｜3023 信邦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張+274股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304.5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411,502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穩健｜4585 達明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張+764股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221,560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張+912股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287,123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張+386股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338,092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張+463股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143.65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353,810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張+96股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1,556,828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張+385股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1,537,350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進攻｜8046 南電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1,501,920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張+441股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573,300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進攻｜5432 新門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張+170股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進攻｜6811 宏碁資訊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張+430股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1,498,680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買進【穩健籃】1608 華榮｜7 張 + 483 股｜限價 37.0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選擇華榮是因其穩健分數+0.65高、一個月收正報酬機率63.8%、三大法人近5日買超2633張，進場張數7張基於風險預算與籃子上限計算，出場策略為停損35.2元、首段停利39.2元。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63.8%、預期最大回檔 -4.7%，且未過熱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63.8%（全市場基準 54.2%），預期最大回檔 -4.7%（回檔幅度排名全市場最小的前 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67.3%、預期報酬 +8.2%（模型估計，不是保證）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0.60（大盤漲跌 1% 時約變動 0.60%），日波動 1.31%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1,189,757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1.31（由穩健分數 +0.65 換算）= 192,785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1.31 與距 10 日低點 35.20 的距離 1.80 之較大者 = 1.80 元（進場 37.00 → 停損 35.20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192,785 ÷ 1.80 = 107,103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1,780 張 × 2%）」限制，下修至 35,603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28,119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37.17 與前一日收盤 37.04999923706055 的較低者 = 37.0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483 股（共 7,483 股），金額約 276,871 元，佔總資產 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【多買】日均波動（ATR）1.8%，波動溫和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35.20 元全數賣出 7 張又 483 股（共 7,483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39.2 元（+6%）賣出 2 張又 494 股（共 2,494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41.4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買進【穩健籃】3231 緯創｜2 張 + 231 股｜限價 184.5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選擇緯創是因其穩健分數+0.60高、一個月收正報酬機率67.2%、三大法人近5日買超17751張，進場張數2張基於風險預算與籃子上限計算，出場策略為停損174.5元、首段停利195.5元。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+0.60 達門檻（+0.20）；一個月收正報酬機率 67.2%、預期最大回檔 -6.1%，且未過熱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67.2%（全市場基準 54.2%），預期最大回檔 -6.1%（回檔幅度排名全市場最小的前 29%）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66.8%、預期報酬 +10.2%（模型估計，不是保證）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0.84（大盤漲跌 1% 時約變動 0.84%），日波動 2.10%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1,189,757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1.25（由穩健分數 +0.60 換算）= 183,054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9.93 與距 10 日低點 178.00 的距離 6.50 之較大者 = 9.93 元（進場 184.50 → 停損 174.50 元，5.4%）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183,054 ÷ 9.93 = 18,437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10,615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8,384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184.78 與前一日收盤 185.0 的較低者 = 184.5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231 股（共 2,231 股），金額約 411,620 元，佔總資產 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+0.60 高，信心係數 1.25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67.2%，可提高「正報酬晉級」機率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+166.5%，基本面支撐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-6.1%，下檔風險偏大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174.50 元全數賣出 2 張又 231 股（共 2,231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195.5 元（+6%）賣出 743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206.5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買進【穩健籃】3023 信邦｜1 張 + 274 股｜限價 323.0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選擇信邦是因其穩健分數+0.58高、一個月收正報酬機率57.9%、三大法人近5日買超1166張，進場張數1張基於風險預算與籃子上限計算，出場策略為停損304.5元、首段停利342.0元。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+0.58 達門檻（+0.20）；一個月收正報酬機率 57.9%、預期最大回檔 -5.5%，且未過熱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57.9%（全市場基準 54.2%），預期最大回檔 -5.5%（回檔幅度排名全市場最小的前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63.8%、預期報酬 +9.8%（模型估計，不是保證）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0.82（大盤漲跌 1% 時約變動 0.82%），日波動 1.98%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1,189,757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1.23（由穩健分數 +0.58 換算）= 180,667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16.86 與距 10 日低點 304.50 的距離 18.50 之較大者 = 18.50 元（進場 323.00 → 停損 304.50 元，5.7%）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180,667 ÷ 18.50 = 9,766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6,063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4,789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323.07 與前一日收盤 323.0 的較低者 = 323.0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274 股（共 1,274 股），金額約 411,502 元，佔總資產 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+0.58 高，信心係數 1.23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+25.5%，基本面支撐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57.9%，勝率普通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304.50 元全數賣出 1 張又 274 股（共 1,274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342.0 元（+6%）賣出 424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361.5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買進【穩健籃】4585 達明｜0 張 + 764 股｜限價 290.0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選擇達明是因其穩健分數+0.57高、一個月收正報酬機率46.8%、日均波動溫和，進場張數0張基於風險預算與籃子上限計算，出場策略為停損282元、首段停利307.0元。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+0.57 達門檻（+0.20）；一個月收正報酬機率 46.8%、預期最大回檔 -4.8%，且未過熱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46.8%（全市場基準 54.2%），預期最大回檔 -4.8%（回檔幅度排名全市場最小的前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67.4%、預期報酬 +12.4%（模型估計，不是保證）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0.67（大盤漲跌 1% 時約變動 0.67%），日波動 1.05%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1,189,757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1.21（由穩健分數 +0.57 換算）= 178,464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7.86 與距 10 日低點 289.00 的距離 1.00 之較大者 = 7.86 元（進場 290.00 → 停損 282.00 元，2.7%）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178,464 ÷ 7.86 = 22,714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182 張 × 2%）」限制，下修至 3,637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2,872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290.43 與前一日收盤 290.5 的較低者 = 290.0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取整後：764 股（零股），金額約 221,560 元，佔總資產 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+0.57 高，信心係數 1.21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46.8%，勝率普通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-6.1%，基本面偏弱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282.00 元全數賣出 764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307.0 元（+6%）賣出 254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324.5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+ 912 股｜限價 98.6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選擇復華富時高息低波是因其ETF分數+0.99高、創52週新高機率81.9%、月線相對季線+5.1%，進場張數2張基於風險預算與籃子上限計算，出場策略為停損96.5元、首段停利104.5元。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81.9%（全市場基準 20.9%，排名前 8%），預期超額報酬 +3.72%（排名前 35%）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100.2，現價 98.7），正處於創高區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+0.3%、近 60 日 +11.0%，相對大盤 20 日 -6.7%、60 日 +1.2%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881,302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1.50（由ETF 分數 +0.99 換算）= 220,325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96.65 的距離 1.95 之較大者 = 2.06 元（進場 98.60 → 停損 96.50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220,325 ÷ 2.06 = 106,732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605 張 × 2%）」限制，下修至 12,091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9,178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98.61 與前一日收盤 98.69999694824219 的較低者 = 98.6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912 股（共 2,912 股），金額約 287,123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74.5%，可提高「正報酬晉級」機率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96.50 元全數賣出 2 張又 912 股（共 2,912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104.5 元（+6%）賣出 970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110.4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+ 386 股｜限價 99.85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選擇富邦公司治理是因其ETF分數+0.97高、創52週新高機率97.8%、法人連續買超6日，進場張數3張基於風險預算與籃子上限計算，出場策略為停損94.5元、首段停利105.8元。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97.8%（全市場基準 20.9%，排名前 1%），預期超額報酬 +4.52%（排名前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-0.1%（52 週高 100.1，現價 100.0），正處於創高區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+8.1%、近 60 日 +9.1%，相對大盤 20 日 +1.0%、60 日 -0.7%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881,302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1.50（由ETF 分數 +0.97 換算）= 220,325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2.57 與距 10 日低點 94.50 的距離 5.35 之較大者 = 5.35 元（進場 99.85 → 停損 94.50 元，5.4%）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220,325 ÷ 5.35 = 41,182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703 張 × 2%）」限制，下修至 14,056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10,670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99.85 與前一日收盤 100.0 的較低者 = 99.85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386 股（共 3,386 股），金額約 338,092 元，佔總資產 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76.5%，可提高「正報酬晉級」機率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94.50 元全數賣出 3 張又 386 股（共 3,386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105.8 元（+6%）賣出 1 張又 128 股（共 1,128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111.8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+ 463 股｜限價 143.65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選擇統一FANG+是因其ETF分數+0.94高、創52週新高機率95.7%、均線多頭排列，進場張數2張基於風險預算與籃子上限計算，出場策略為停損140.65元、首段停利152.25元。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+0.94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95.7%（全市場基準 20.9%，排名前 2%），預期超額報酬 +2.60%（排名前 53%）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145.35，現價 144.7），正處於創高區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+2.2%、近 60 日 +10.6%，相對大盤 20 日 -4.8%、60 日 +0.7%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881,302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1.50（由ETF 分數 +0.94 換算）= 220,325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140.95 的距離 2.70 之較大者 = 2.99 元（進場 143.65 → 停損 140.65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220,325 ÷ 2.99 = 73,793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10,225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7,762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143.68 與前一日收盤 144.6999969482422 的較低者 = 143.65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463 股（共 2,463 股），金額約 353,810 元，佔總資產 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66.9%，可提高「正報酬晉級」機率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-2.3%，下檔有限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140.65 元全數賣出 2 張又 463 股（共 2,463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152.25 元（+6%）賣出 820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160.85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南亞｜5 張 + 96 股｜限價 305.5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選擇南亞是因其綜合分數+0.82高、創新高機率95.8%、法人連續買超4日，進場張數5張基於風險預算與籃子上限計算，出場策略為停損274.5元、首段停利336元。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+0.82 達門檻（+0.30）；一個月模型預期超額報酬排名全市場前 0%、創新高機率 95.8%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95.8%（全市場基準 20.9%，排名前 2%），預期超額報酬 +14.20%（排名前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-2.5%（52 週高 322.0，現價 314.0），正處於創高區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+36.2%、近 60 日 +57.4%，相對大盤 20 日 +31.0%、60 日 +47.6%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6,741,957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1.50（由綜合分數 +0.82 換算）= 220,325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32.64 與距 10 日低點 223.00 的距離 82.50 之較大者，但不超過進場價 10%（30.55） = 30.55 元（進場 305.50 → 停損 274.50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220,325 ÷ 30.55 = 7,212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2,115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79.3 &gt; 75 偏熱，不追價：限價設在前一日收盤 314.0 − 0.5×ATR 16.32 = 305.5，等回檔才買（可能當日不成交）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96 股（共 5,096 股），金額約 1,556,828 元，佔總資產 15.9%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+0.82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79.3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322.0 元（距現價 2.5%）即確認創新高，續抱讓獲利奔跑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274.50 元全數賣出 5 張又 96 股（共 5,096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336.0 元（+10%）賣出 1 張又 698 股（共 1,698 股），停損上移至成本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景碩｜1 張 + 385 股｜限價 1110.0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選擇景碩是因其綜合分數+0.79高、創新高機率91.6%、法人連續買超，進場張數1張基於風險預算與籃子上限計算，出場策略為停損999元、首段停利1220元。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0%、創新高機率 91.6%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91.6%（全市場基準 20.9%，排名前 4%），預期超額報酬 +13.85%（排名前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-4.3%（52 週高 1150.0，現價 1100.0）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+35.3%、近 60 日 +34.3%，相對大盤 20 日 +30.1%、60 日 +24.6%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6,741,957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1.48（由綜合分數 +0.79 換算）= 217,571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119.00 與距 10 日低點 875.00 的距離 235.00 之較大者，但不超過進場價 10%（111.00） = 111.00 元（進場 1110.00 → 停損 999.00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217,571 ÷ 111.00 = 1,960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575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1102.76 × (1 + 0.5%) = 1110.0，提高成交機率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385 股（共 1,385 股），金額約 1,537,350 元，佔總資產 15.7%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91.6%，勝率高可多配置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4.3%）即確認創新高，續抱讓獲利奔跑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999.00 元全數賣出 1 張又 385 股（共 1,385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1220.0 元（+10%）賣出 461 股（零股），停損上移至成本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買進【進攻籃】8046 南電｜1 張 + 8 股｜限價 1490.0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選擇南電是因其綜合分數+0.76高、創新高機率89.9%、法人連續買超10日，進場張數1張基於風險預算與籃子上限計算，出場策略為停損1340元、首段停利1635元。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4%、創新高機率 89.9%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89.9%（全市場基準 20.9%，排名前 5%），預期超額報酬 +10.10%（排名前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-5.1%（52 週高 1560.0，現價 1480.0）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+40.9%、近 60 日 +16.5%，相對大盤 20 日 +35.7%、60 日 +6.8%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6,741,957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1.45（由綜合分數 +0.76 換算）= 212,614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162.14 與距 10 日低點 1120.00 的距離 370.00 之較大者，但不超過進場價 10%（149.00） = 149.00 元（進場 1490.00 → 停損 1340.00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212,614 ÷ 149.00 = 1,427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419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1480.93 × (1 + 0.5%) = 1490.0，提高成交機率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8 股（共 1,008 股），金額約 1,501,920 元，佔總資產 15.3%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10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89.9%，勝率高可多配置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+57.8%，基本面支撐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【少買】日均波動（ATR）5.5%，波動大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1560.0 元（距現價 5.1%）即確認創新高，續抱讓獲利奔跑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1340.00 元全數賣出 1 張又 8 股（共 1,008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1635.0 元（+10%）賣出 335 股（零股），停損上移至成本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欣興｜0 張 + 441 股｜限價 1300.0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選擇欣興是因其綜合分數+0.76高、創新高機率87.7%、法人連續買超6日，進場張數0張基於風險預算與產業上限計算，出場策略為停損1170元、首段停利1430元。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3%、創新高機率 87.7%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87.7%（全市場基準 20.9%，排名前 6%），預期超額報酬 +10.33%（排名前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-8.1%（52 週高 1420.0，現價 1305.0）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+37.5%、近 60 日 +44.5%，相對大盤 20 日 +32.3%、60 日 +34.8%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6,741,957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1.45（由綜合分數 +0.76 換算）= 212,247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127.57 與距 10 日低點 1105.00 的距離 195.00 之較大者，但不超過進場價 10%（130.00） = 130.00 元（進場 1300.00 → 停損 1170.00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212,247 ÷ 130.00 = 1,633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受「產業上限 50%（電子零組件業）」限制，下修至 624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183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進場價：模型預測開高回落，限價設於預測開盤價 1305.94 × (1 -0.14%) = 1300.0，不追高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取整後：441 股（零股），金額約 573,300 元，佔總資產 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87.7%，勝率高可多配置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+56.3%，基本面支撐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【少買】日均波動（ATR）4.9%，波動大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1420.0 元（距現價 8.1%）即確認創新高，續抱讓獲利奔跑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1170.00 元全數賣出 441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1430.0 元（+10%）賣出 146 股（零股），停損上移至成本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買進【進攻籃】5432 新門｜4 張 + 170 股｜限價 197.0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選擇新門是因其綜合分數+0.76高、創新高機率81.1%、法人買超140張，進場張數4張基於風險預算與籃子上限計算，出場策略為停損177元、首段停利216.5元。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3%、創新高機率 81.1%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81.1%（全市場基準 20.9%，排名前 8%），預期超額報酬 +10.46%（排名前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-9.3%（52 週高 215.0，現價 195.0）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+18.5%、近 60 日 +42.9%，相對大盤 20 日 +13.3%、60 日 +33.1%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6,741,957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1.45（由綜合分數 +0.76 換算）= 212,247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19.86 與距 10 日低點 151.50 的距離 45.50 之較大者，但不超過進場價 10%（19.70） = 19.70 元（進場 197.00 → 停損 177.00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212,247 ÷ 19.70 = 10,774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295 張 × 2%）」限制，下修至 5,901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1,731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195.92 × (1 + 0.5%) = 197.0，提高成交機率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170 股（共 4,170 股），金額約 821,490 元，佔總資產 8.4%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215.0 元（距現價 9.3%）即確認創新高，續抱讓獲利奔跑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177.00 元全數賣出 4 張又 170 股（共 4,170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216.5 元（+10%）賣出 1 張又 389 股（共 1,389 股），停損上移至成本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買進【進攻籃】6811 宏碁資訊｜5 張 + 430 股｜限價 276.0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選擇宏碁資訊是因其綜合分數+0.76高、創新高機率98.0%、法人買超660張，進場張數5張基於風險預算與籃子上限計算，出場策略為停損248元、首段停利303.5元。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9%、創新高機率 98.0%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98.0%（全市場基準 20.9%，排名前 0%），預期超額報酬 +7.20%（排名前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273.0，現價 273.0），正處於創高區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+22.1%、近 60 日 +24.1%，相對大盤 20 日 +16.9%、60 日 +14.3%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6,741,957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9,792,240 元 × 每筆風險 1.5% × 信心係數 1.44（由綜合分數 +0.76 換算）= 212,063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20.64 與距 10 日低點 237.50 的距離 38.50 之較大者，但不超過進場價 10%（27.60） = 27.60 元（進場 276.00 → 停損 248.00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212,063 ÷ 27.60 = 7,683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2,253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274.38 × (1 + 0.5%) = 276.0，提高成交機率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430 股（共 5,430 股），金額約 1,498,680 元，佔總資產 15.3%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98.0%，勝率高可多配置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+97.4%，基本面支撐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273.0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248.00 元全數賣出 5 張又 430 股（共 5,430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303.5 元（+10%）賣出 1 張又 809 股（共 1,809 股），停損上移至成本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30</a:t>
            </a:r>
          </a:p>
        </p:txBody>
      </p:sp>
      <p:pic>
        <p:nvPicPr>
          <p:cNvPr id="5" name="Picture 4" descr="2026-10-08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期貨戶轉入證券戶：1,699,440 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0.0%（建倉期至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100.0%（目標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0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 筆＋本次建議 13 筆 = 14 筆；剩餘 35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899,208 元 / 上限 2,937,672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-2.08%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81.5% / 30.8%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2026-10-08　|　33</a:t>
            </a:r>
          </a:p>
        </p:txBody>
      </p:sp>
      <p:pic>
        <p:nvPicPr>
          <p:cNvPr id="5" name="Picture 4" descr="2026-10-08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