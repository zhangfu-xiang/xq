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2026-10-13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958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-4.24%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82.3%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費城半導體指數重挫2.67%，那斯達克期貨跌0.74%，VIX恐慌指數升2.63%，美元兌台幣升0.7%至32.15，台股受美股半導體重挫、中東局勢升溫及AI投資熱潮疑慮影響，終場大跌960.65點，收在48341.31點，成交值放大至1.125兆元，外資單日賣超1653億元，創史上第三大單日賣超金額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台股開盤預測上看48407.34點，開高0.14%，但模型命中率僅67.0%，預測開盤後將回落震盪，盤中仍受美股半導體與匯率壓力影響，建議以防禦為主，避免追高。（注意：盤後版使用的美股資料為前一晚收盤，明早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2175.0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347 股（零股），保留 694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+10.88%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349 股（零股），保留 699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787.0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40 張（40,000 股），加碼後共 43 張（43,000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150 股（共 1,150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1／警告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致茂：重大負面新聞：致茂爆違約交割5859.5萬元（多來源）；股價已跌破月線，全數出場 → 建議賣出 8 股（零股）（持有 8 股的 100%），限價 2175.0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【警告】2915 潤泰全：負面新聞：營收：潤泰全(2915)9月營收1億1084萬元，月增率-29.73%，年增率-64.02%；股價尚穩，先上調停損 → 停損上調至 57.11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【警告】1560 中砂：距停損價 936.69 只剩 1.4%，先掛好停損單 → 建議賣出 347 股（零股）（持有 1,041 股的 33%），限價 940.0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帆宣：負面新聞：帆宣董事會決議發行國內第六次無擔保可轉換公司債，上限40億元；股價尚穩，先上調停損 → 停損上調至 614.14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聯茂：列為處置股（連續三次及當日沖銷標準，115/10/08～115/10/19）：改為分盤撮合、可能需預收款，流動性變差，減碼三分之一 → 建議賣出 349 股（零股）（持有 1,048 股的 33%），限價 787.0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【警告】16 檔跌停：集中在：通信網路業 2 檔、半導體業 2 檔、其他電子類 2 檔 → 同產業持股留意連動下跌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9 檔漲停：同產業集體漲停：宏致、天二科技、敬鵬、科嶠、鴻呈、松上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【提醒】光電業 8 檔漲停：同產業集體漲停：大立光、台表科、佳凌、冠西電、澤米、高僑 → 題材發酵中，但不追漲停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55／跌停 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跌停｜3363 上詮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可能原因（新聞）：CPO量產帶動FAU需求升溫上詮產能效率受考驗，大摩降評示警 - 鉅亨網；3.2T FAU量產 上詮9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跌停｜7856 漢測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可能原因（新聞）：9月營收年增飛升150%！「前興櫃股王」前三季狂收近37億元 鎖定矽光子與CPO布局 - Yahoo股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跌停｜3491 昇達科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可能原因（新聞）：昇達科(3491) 今日股價與討論 - 股市爆料同學會 - CMoney；昇達科累計營收年增逾七成，看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跌停｜5536 聖暉*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可能原因（新聞）：5536 聖暉* - - 5536聖暉：亞系初評正向 亞系全球首次覆蓋給予正向評等... - 股市爆料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漲停｜3008 大立光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可能原因（新聞）：大立光跨足CPO！ 高盛力讚FAU強勁驅動 破萬目標價出爐 - Yahoo股市；大立光 3008 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漲停｜7769 鴻勁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可能原因（新聞）：鴻勁(7769) 個股概覽 | 個股 - 股市 - CMoney；鴻勁9月/Q3營收創新高；Q4好光景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漲停｜2603 長榮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航運業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可能原因（新聞）：長榮(2603) 個股概覽 | 個股 - 股市 - CMoney；【12:42 即時新聞】長榮(260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漲停｜6223 旺矽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可能原因（新聞）：旺矽(6223) 個股概覽 | 個股 - 股市 - CMoney；【09:50 即時新聞】旺矽(622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漲停｜6187 萬潤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可能原因（新聞）：營收速報 - 萬潤(6187)9月營收11.60億元年增率高達109.24％｜新聞快訊｜豐雲學堂 -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漲停｜6278 台表科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可能原因（新聞）：台表科(6278) 今日股價與討論 - 股市爆料同學會 - CMoney；【10:00 即時新聞】台表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漲停｜4938 和碩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可能原因（新聞）：和碩(4938) 今日股價與討論 - 股市爆料同學會 - CMoney；電子五哥9月營收「三增二減」！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漲停｜3605 宏致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可能原因（新聞）：宏致(3605) 個股概覽 | 個股 - 股市 - CMoney；【11:32 即時新聞】宏致(360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100%／穩健 0%／ETF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+3.0%），積極進攻 → 進攻籃 100%（已持續 40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100%、穩健籃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100%、穩健籃 0%、ETF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限制在 ETF 0%～0% 範圍內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862 萬，執行後佔總資產 75.4%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進攻籃買進：2103 台橡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0 萬，執行後佔總資產 23.1%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今日進攻籃與穩健籃維持100%對0%的比例，因大盤站上月線與季線、20日漲+3.0%，屬綠燈強勢，資金優先給進攻個股，進攻籃買入台橡40000股，穩健籃未調整，ETF籃維持0%。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2617 台航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航運業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3617 碩天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2897 王道銀行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8114 振樺電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1210 大成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食品工業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1608 華榮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電器電纜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6245 立端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-4.24%、距高點回撤 -6.10%、剩 33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60.3%（模型估計，不是保證）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63.6%（基準 64.1%）、平均每次 +1.04%（一直做多 +0.80%），沒有擇時優勢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1,292 點（停損距離）約虧損 516,800 元（總資產 5.4%），可考慮減碼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持倉累積虧損-4.24%，需上漲4.43%才能回本，建議對虧損部位採續抱策略，如致茂、遠東銀、合庫金等，因持有未滿10天不輕易換股，換股成本約0.58%，待持有滿10天後再評估是否換入較佳標的如00692富邦公司治理或6870騰雲，獲利部位則持續持有並觀察是否可加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-423,804 元（-4.24%），已實現 +47,110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4.43%；只有正報酬才列入排名，補回虧損是第一優先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+4.58%（約 +438,550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+12.40%，創新高機率 67.7%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穩健籃最佳替換候選：00692 富邦公司治理，一個月預期報酬 +5.63%，收正報酬機率 73.9%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【續抱】2360 致茂（-285 元）：買進第 2 個交易日，未滿 10 個交易日不換股、不因分數小幅轉弱賣出（模型排名每天都會小幅變動，來回換股要付約 0.58% 成本）；跌破停損 2069.91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遠東銀（-689 元）：買進第 5 個交易日，未滿 10 個交易日不換股、不因分數小幅轉弱賣出（模型排名每天都會小幅變動，來回換股要付約 0.58% 成本）；跌破停損 12.6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合庫金（+7,505 元）：買進第 5 個交易日，未滿 10 個交易日不換股、不因分數小幅轉弱賣出（模型排名每天都會小幅變動，來回換股要付約 0.58% 成本）；跌破停損 25.28 才出場。提醒：已獲利 +1.20%，00692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國票金（+18,617 元）：買進第 5 個交易日，未滿 10 個交易日不換股、不因分數小幅轉弱賣出（模型排名每天都會小幅變動，來回換股要付約 0.58% 成本）；跌破停損 15.43 才出場。提醒：已獲利 +2.87%，00692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潤泰全（+9,741 元）：買進第 5 個交易日，未滿 10 個交易日不換股、不因分數小幅轉弱賣出（模型排名每天都會小幅變動，來回換股要付約 0.58% 成本）；跌破停損 55.39 才出場。提醒：已獲利 +2.36%，00692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聯茂（+82,899 元）：模型排名仍在全市場前 11%、股價在月線之上、虧損未擴大，權重 8.8%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帆宣（+24,212 元）：模型排名仍在全市場前 11%、股價在月線之上、虧損未擴大，權重 8.1%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【續抱並可加碼】2103 台橡（-1,027 元）：模型排名仍在全市場前 7%、股價在月線之上、虧損未擴大，權重 0.9%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【續抱並可加碼】1560 中砂（-11,719 元）：模型排名仍在全市場前 8%、股價在月線之上、虧損未擴大，權重 11.0%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艾笛森（+8,775 元）：模型排名仍在全市場前 10%、股價在月線之上、虧損未擴大，權重 6.2%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景碩（-15,183 元）：模型排名仍在全市場前 6%、股價在月線之上、虧損未擴大，權重 18.4% 仍低於上限，可逢回加碼攤低成本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外資連續大幅賣超台股期貨，淨空單飆高至8.7萬口，對台股看空情緒升溫，影響方向為負，幅度約-0.62%，決策是維持原有部位，嚴守停損；中東局勢升溫推升國際油價，帶動避險需求，美元指數高檔震盪，新台幣大貶逾3角，影響方向為正，幅度約+0.13%，決策是支持續抱台橡；美股半導體重挫拖累台股，AI資本支出瓶頸疑慮再起，科技股賣壓沉重，影響方向為負，幅度約-0.68%，決策是嚴守停損、暫停加碼；台幣匯率重貶破32元關卡，盤中重貶1.9至2角，顯示匯市壓力升高，影響方向為負，幅度約-0.16%，決策是先掛好停損單，單日重挫-5.00%時先減碼三分之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外資連續大幅賣超台股期貨，淨空單飆高至8.7萬口，顯示對台股看空情緒升溫 → 標普500↓：預估 -59,309 元（-0.62%）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中東局勢升溫推升國際油價，帶動避險需求，美元指數高檔震盪，新台幣大貶逾3角 → 西德州原油↑：預估 -15,202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美股半導體重挫拖累台股，AI資本支出瓶頸疑慮再起，科技股賣壓沉重 → 費城半導體↓：預估 -64,752 元（-0.68%）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中國AI晶片市占下滑，華為版圖擴大，顯示中美科技競爭格局變化 → 中國大型股ETF↓：預估 -6,645 元（-0.07%）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台積電領跌帶動電子股倒一片，台股重挫960點，外資大賣超1653億 → 標普500↓：預估 -59,309 元（-0.62%）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新台幣匯率重貶破32元關卡，盤中重貶1.9至2角，顯示匯市壓力升高 → 美元兌台幣↓：預估 +11,981 元（+0.13%）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美聯儲利率敏感度低，科技成長股、大型股、新興亞股、短債受關注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IMF上修全球今年成長率至3.1%，AI熱潮助攻，台灣估衝10.7%居前段班 → VIX恐慌指數↓：預估 +55,553 元（+0.58%）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國際事件：外資連續大幅賣超台股期貨，淨空單飆高至8.7萬口，顯示對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0.1543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0.1412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1.5677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-22,729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1.2165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-10,514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1.5971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1.6357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-11,319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1.7234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國際事件：中東局勢升溫推升國際油價，帶動避險需求，美元指數高檔震盪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-0.2172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-6,251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國際事件：美股半導體重挫拖累台股，AI資本支出瓶頸疑慮再起，科技股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-26,076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-12,301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-9,967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0.6105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14</a:t>
            </a:r>
          </a:p>
        </p:txBody>
      </p:sp>
      <p:pic>
        <p:nvPicPr>
          <p:cNvPr id="5" name="Picture 4" descr="2026-10-13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645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18.3%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15</a:t>
            </a:r>
          </a:p>
        </p:txBody>
      </p:sp>
      <p:pic>
        <p:nvPicPr>
          <p:cNvPr id="5" name="Picture 4" descr="2026-10-13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16</a:t>
            </a:r>
          </a:p>
        </p:txBody>
      </p:sp>
      <p:pic>
        <p:nvPicPr>
          <p:cNvPr id="5" name="Picture 4" descr="2026-10-13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43195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張+349股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787.0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277,455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張+347股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329,650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2175.0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17,600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1,176,000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+ 349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699 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中砂｜0 張 + 347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936.69 只剩 1.4%，先掛好停損單；單日重挫 -5.00%：先減碼三分之一，確認原因後再決定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694 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風險警示：重大負面新聞：致茂爆違約交割5859.5萬元（多來源）；股價已跌破月線，全數出場；單日重挫 -6.98%：先減碼三分之一，確認原因後再決定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觸發條件中最嚴重者決定賣出比例：全數出場；限價取最近價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買進【進攻籃】2103 台橡｜40 張｜限價 29.4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買進台橡40000股，因進攻籃配置不足且模型預期超額報酬排名全市場前9%，創新高機率87.3%，基本面月營收年增23.1%支撐，使用限價29.4提高成交機率，停損設在27.35，目標是突破52週高點30.05元確認創新高後續抱讓獲利奔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+0.69 達門檻（+0.30）；一個月模型預期超額報酬排名全市場前 9%、創新高機率 87.3%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87.3%（全市場基準 18.3%，排名前 5%），預期超額報酬 +6.71%（排名前 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-2.8%（52 週高 30.05，現價 29.2），正處於創高區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+13.4%、近 60 日 +16.8%，相對大盤 20 日 +8.7%、60 日 +6.6%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100% → 目標金額 8,618,576 元（已持有 5,118,088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9,576,196 元 × 每筆風險 1.5% × 信心係數 1.37（由綜合分數 +0.69 換算）= 196,432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1.84 與距 10 日低點 27.40 的距離 2.00 之較大者 = 2.00 元（進場 29.40 → 停損 27.35 元，6.8%）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196,432 ÷ 2.00 = 98,216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3,625 張 × 2%）」限制，下修至 72,506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22,634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40,000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29.25 × (1 + 0.5%) = 29.4，提高成交機率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取整後：40 張（40,000 股），金額約 1,176,000 元，佔總資產 12.3%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100 股只有 2,940 元，低於 14,035 元會被最低手續費 20 元拉高費率（約 0.68%），所以不買零股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+0.69 高，信心係數 1.37 ≥ 1 放大部位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【多買】日均波動（ATR）3.2%，波動溫和 → 可承擔較多股數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87.3%，勝率高可多配置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+23.1%，基本面支撐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30.05 元（距現價 2.8%）即確認創新高，續抱讓獲利奔跑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27.35 元全數賣出 40 張（40,000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22</a:t>
            </a:r>
          </a:p>
        </p:txBody>
      </p:sp>
      <p:pic>
        <p:nvPicPr>
          <p:cNvPr id="5" name="Picture 4" descr="2026-10-13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72.1%（建倉期至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82.3%（目標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11 檔＋本次建議 = 11 檔；執行後持有 10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77 筆＋本次建議 4 筆 = 81 筆；剩餘 33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705,600 元 / 上限 2,872,859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-4.24%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88.8% / 31.0%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2026-10-13　|　25</a:t>
            </a:r>
          </a:p>
        </p:txBody>
      </p:sp>
      <p:pic>
        <p:nvPicPr>
          <p:cNvPr id="5" name="Picture 4" descr="2026-10-13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