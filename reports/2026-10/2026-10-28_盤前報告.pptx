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2026-10-28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849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-15.10%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+3.60%、那斯達克 +1.18%、標普500 +0.60%、台積電ADR +2.95%、美10年債殖利率 +0.14%。新聞面：美股受AI題材提振全面走揚帶動台指期夜盤狂飆，融資浮額減輕促使台股反攻動能升溫，但外資近期仍偏調節且央行決策在即。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+0.73%（開高），開盤後 +0.61%（續強）；樣本外方向命中率 83.5%，誤差區間約 ±0.52%。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-18.26%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-11.81%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-17.36%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7 張又 986 股（共 7,986 股），加碼後共 8 張又 986 股（共 8,986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941.0）：依紀律全數出場 → 建議賣出 1 張又 639 股（共 1,639 股）（持有 1,639 股的 100%），限價 931.0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832.0）：依紀律全數出場 → 建議賣出 1 張又 91 股（共 1,091 股）（持有 1,091 股的 100%），限價 823.0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584.0）：依紀律全數出場 → 建議賣出 2 張又 150 股（共 2,150 股）（持有 2,150 股的 100%），限價 578.0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1955.0）：依紀律全數出場 → 建議賣出 8 股（零股）（持有 8 股的 100%），限價 1935.0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【警告】2845 遠東銀：負面新聞：公告受金管會裁罰案之說明；股價尚穩，先上調停損 → 停損上調至 13.2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聯茂：負面新聞：有價證券於集中交易市場達公布注意交易資訊標準；股價尚穩，先上調停損 → 停損上調至 678.86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合晶：負面新聞：董事會決議辦理現金增資發行新股及發行國內無擔保轉換公司債；股價偏弱，減碼三分之一 → 建議賣出 333 股（零股）（持有 1,000 股的 33%），限價 100.5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【警告】6756 威鋒電子：負面新聞：有價證券達公布注意交易資訊標準被列為注意股 → 減半買進（4 張又 600 股（共 4,600 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24／跌停 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跌停｜6274 台燿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可能原因（新聞）：焦點股》台燿：鬼故事又來了? 驚傳AWS掉單重挫跌停 - 自由財經；【即時新聞】台燿(6274)營收翻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跌停｜8021 尖點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可能原因（新聞）：尖點做什麼的？尖點申購抽中價差10萬，股價10年漲23倍 - 數位時代；颱風假打亂新股抽籤！尖點逾9萬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可能原因（新聞）：暴漲7倍創新高後 聯一光竟「連炸3天跌停」 9月自結由虧轉盈能救嗎？ - 三立新聞；【即時新聞】聯一光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跌停｜8227 巨有科技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可能原因（新聞）：巨有科技(8227) 個股概覽 | 個股 - 股市 - CMoney；盤中速報 - 巨有科技(8227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漲停｜2464 盟立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可能原因（新聞）：盟立(2464) 個股概覽 | 個股 - 股市 - CMoney；盟立4月每股獲利0.11元、年增1.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漲停｜4526 東台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可能原因（新聞）：東台(4526) 個股概覽 | 個股 - 股市 - CMoney；【09:40 即時新聞】東台(452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漲停｜2049 上銀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可能原因（新聞）：上銀(2049) 個股概覽 | 個股 - 股市 - CMoney；【09:27 即時新聞】上銀(204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漲停｜7750 新代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可能原因（新聞）：新代(7750) 個股概覽 | 個股 - 股市 - CMoney；盤中速報 - 新代(7750)股價拉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漲停｜1569 濱川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可能原因（新聞）：【09:17 即時新聞】濱川(1569)亮燈漲停，AI水冷與主力續佈局成焦點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漲停｜6221 晉泰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可能原因（新聞）：晉泰(6221) 個股概覽 | 個股 - 股市 - CMoney；【09:33 即時新聞】晉泰(622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漲停｜5426 振發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可能原因（新聞）：振發(5426) 個股概覽 | 個股 - 股市 - CMoney；【振發法說會重點內容備忘錄】未來展望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漲停｜4720 德淵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即時新聞】德淵(4720)亮燈漲停，低貝他防守概念受市場聚焦-CMoney 研究員 -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-3.6%） → 進攻籃 80%（已持續 7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573 萬，執行後佔總資產 67.3%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進攻籃買進：6221 晉泰、6756 威鋒電子、6456 GIS-KY、2069 運錩、6416 瑞祺電通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191 萬，執行後佔總資產 24.9%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穩健籃買進：1736 喬山、5292 華懋、2885 元大金、2889 國票金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-3.6%） → 進攻籃 80%（已持續 7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0%。進攻籃買進：6221 晉泰、6756 威鋒電子、6456 GIS-KY、2069 運錩、6416 瑞祺電通。穩健籃買進：1736 喬山、5292 華懋、2885 元大金、2889 國票金。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5292 華懋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00961 FT臺灣永續高息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6416 瑞祺電通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-15.10%、距高點回撤 -16.75%、剩 23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61.0%（模型估計，不是保證）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58.8%（基準 62.7%）、平均每次 +0.77%（一直做多 +0.72%），沒有擇時優勢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補回虧損模式可考慮加碼大盤曝險，但加權指數在季線下（-0.40%），風控規定不加碼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9</a:t>
            </a:r>
          </a:p>
        </p:txBody>
      </p:sp>
      <p:pic>
        <p:nvPicPr>
          <p:cNvPr id="5" name="Picture 4" descr="2026-10-28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+2.13%（+14,400 元），主因為「個股特有因素」（+1.80%）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+0.59%（+4,042 元），主因為「產業因素」（+0.32%）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+0.75%（+3,607 元），主因為「個股特有因素」（+0.42%）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潤泰全：今日平盤 +0.00%（+0 元），主因為「大盤因素」（+0.02%）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-4.56%（-73,755 元），主因為「個股特有因素」（-4.66%）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-0.56%（-3,079 元），主因為「產業因素」（-1.80%）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+14,400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-73,755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-15,274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-27,950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2026-10-27 加權指數 +0.12%。5880 合庫金 今日上漲 +2.13%（+14,400 元），主因為「個股特有因素」（+1.80%）；2889 國票金 今日上漲 +0.59%（+4,042 元），主因為「產業因素」（+0.32%）；2845 遠東銀 今日上漲 +0.75%（+3,607 元），主因為「個股特有因素」（+0.42%）；2915 潤泰全 今日平盤 +0.00%（+0 元），主因為「大盤因素」（+0.02%）；3189 景碩 今日下跌 -4.56%（-73,755 元），主因為「個股特有因素」（-4.66%）；3591 艾笛森 今日下跌 -0.56%（-3,079 元），主因為「產業因素」（-1.80%）；1560 中砂 今日下跌 -1.65%（-15,274 元），主因為「個股特有因素」（-2.76%）；6196 帆宣 今日下跌 -2.18%（-27,950 元），主因為「個股特有因素」（-1.88%）；6213 聯茂 今日下跌 -3.99%（-31,000 元），主因為「產業因素」（-2.40%）；2103 台橡 今日上漲 +0.53%（+450 元），主因為「個股特有因素」（+1.12%）；2360 致茂 今日下跌 -1.26%（-200 元），主因為「個股特有因素」（-1.00%）；6182 合晶 今日下跌 -2.39%（-2,500 元），主因為「個股特有因素」（-2.49%）；3037 欣興 今日下跌 -2.30%（-14,250 元），主因為「產業因素」（-2.40%）；2885 元大金 今日上漲 +1.10%（+800 元），主因為「個股特有因素」（+0.72%）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11</a:t>
            </a:r>
          </a:p>
        </p:txBody>
      </p:sp>
      <p:pic>
        <p:nvPicPr>
          <p:cNvPr id="5" name="Picture 4" descr="2026-10-28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-1,509,852 元（-15.10%），已實現 -977,655 元；回到初始資金需上漲 17.78%；只有正報酬才列入排名，補回虧損是第一優先；現有持股依模型加權的一個月預期報酬 +4.12%（約 +349,623 元）；進攻籃最佳替換候選：6870 騰雲，一個月預期報酬 +12.50%，創新高機率 93.5%；穩健籃最佳替換候選：00731 復華富時高息低波，一個月預期報酬 +6.59%，收正報酬機率 74.1%。2845 遠東銀：獲利換股（已獲利 +15,543 元（+3.32%）先入袋；這檔一個月預期只剩 +1.14%，轉買 00731 復華富時高息低波（預期 +6.59%）扣除換股成本後多 4.87%（門檻 1.0%），且收正報酬機率不低於原標的）；2360 致茂：停損換股（收盤 1955.0 已跌破停損價 2069.91，依紀律出場；資金轉往評分最高的候選標的）；2915 潤泰全：獲利換股（已獲利 +1,850 元（+0.45%）先入袋；這檔一個月預期只剩 +1.64%，轉買 00731 復華富時高息低波（預期 +6.59%）扣除換股成本後多 4.36%（門檻 1.0%），且收正報酬機率不低於原標的）；5880 合庫金：獲利換股（已獲利 +63,905 元（+10.19%）先入袋；這檔一個月預期只剩 +1.70%，轉買 00731 復華富時高息低波（預期 +6.59%）扣除換股成本後多 4.30%（門檻 1.0%），且收正報酬機率不低於原標的）；2889 國票金：獲利換股（已獲利 +40,846 元（+6.30%）先入袋；這檔一個月預期只剩 +1.89%，轉買 00731 復華富時高息低波（預期 +6.59%）扣除換股成本後多 4.12%（門檻 1.0%），且收正報酬機率不低於原標的）；2885 元大金：續抱並可加碼（模型排名仍在全市場前 20%、股價在月線之上、虧損未擴大，權重 0.9% 仍低於上限，可逢回加碼攤低成本）；2103 台橡：換股（6870 騰雲 扣除換股成本後的預期報酬比續抱高 8.42%（門檻 1.0%），且創新高機率不低於原標的 → 換股補回虧損較快；回收資金依綜合分數配置到買進候選，各檔仍受單一標的與產業上限約束）；1560 中砂：停損換股（收盤 832.0 已跌破停損價 936.69，依紀律出場；資金轉往評分最高的候選標的）；3037 欣興：換股（6870 騰雲 扣除換股成本後的預期報酬比續抱高 7.61%（門檻 1.0%），且創新高機率不低於原標的 → 換股補回虧損較快；回收資金依綜合分數配置到買進候選，各檔仍受單一標的與產業上限約束）；6196 帆宣：停損換股（收盤 584.0 已跌破停損價 599.23，依紀律出場；資金轉往評分最高的候選標的）；6182 合晶：換股（6870 騰雲 扣除換股成本後的預期報酬比續抱高 7.16%（門檻 1.0%），且創新高機率不低於原標的 → 換股補回虧損較快；回收資金依綜合分數配置到買進候選，各檔仍受單一標的與產業上限約束）；3189 景碩：停損換股（收盤 941.0 已跌破停損價 999.0，依紀律出場；資金轉往評分最高的候選標的）；6213 聯茂：獲利換股（已獲利 +18,965 元（+2.61%）先入袋；這檔一個月預期只剩 +5.75%，轉買 6870 騰雲（預期 +12.50%）扣除換股成本後多 6.17%（門檻 1.0%），且創新高機率不低於原標的）；3591 艾笛森：換股（6870 騰雲 扣除換股成本後的預期報酬比續抱高 1.96%（門檻 1.0%），且創新高機率不低於原標的 → 換股補回虧損較快；回收資金依綜合分數配置到買進候選，各檔仍受單一標的與產業上限約束）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-1,509,852 元（-15.10%），已實現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17.78%；只有正報酬才列入排名，補回虧損是第一優先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+4.12%（約 +349,623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+12.50%，創新高機率 93.5%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+6.59%，收正報酬機率 74.1%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遠東銀（+15,543 元）：已獲利 +15,543 元（+3.32%）先入袋；這檔一個月預期只剩 +1.14%，轉買 00731 復華富時高息低波（預期 +6.59%）扣除換股成本後多 4.87%（門檻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致茂（-3,285 元）：收盤 1955.0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潤泰全（+1,850 元）：已獲利 +1,850 元（+0.45%）先入袋；這檔一個月預期只剩 +1.64%，轉買 00731 復華富時高息低波（預期 +6.59%）扣除換股成本後多 4.36%（門檻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合庫金（+63,905 元）：已獲利 +63,905 元（+10.19%）先入袋；這檔一個月預期只剩 +1.70%，轉買 00731 復華富時高息低波（預期 +6.59%）扣除換股成本後多 4.30%（門檻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國票金（+40,846 元）：已獲利 +40,846 元（+6.30%）先入袋；這檔一個月預期只剩 +1.89%，轉買 00731 復華富時高息低波（預期 +6.59%）扣除換股成本後多 4.12%（門檻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【續抱並可加碼】2885 元大金（+2,098 元）：模型排名仍在全市場前 20%、股價在月線之上、虧損未擴大，權重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台橡（-3,877 元）：6870 騰雲 扣除換股成本後的預期報酬比續抱高 8.42%（門檻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中砂（-202,735 元）：收盤 832.0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【換股】3037 欣興（-69,360 元）：6870 騰雲 扣除換股成本後的預期報酬比續抱高 7.61%（門檻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帆宣（-109,162 元）：收盤 584.0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合晶（-13,665 元）：6870 騰雲 扣除換股成本後的預期報酬比續抱高 7.16%（門檻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景碩（-234,809 元）：收盤 941.0 已跌破停損價 999.0，依紀律出場；資金轉往評分最高的候選標的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聯茂（+18,965 元）：已獲利 +18,965 元（+2.61%）先入袋；這檔一個月預期只剩 +5.75%，轉買 6870 騰雲（預期 +12.50%）扣除換股成本後多 6.17%（門檻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1.96%（門檻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AI熱潮持續，Anthropic IPO與科技巨頭投資帶動市場樂觀情緒 → 費城半導體上升，持股合計預估影響 +79,302 元（總資產 +0.93%）；部分科技股和AI概念股遭拋售，市場對AI融資成本與回報存在擔憂 → 費城半導體下降，持股合計預估影響 -79,302 元（總資產 -0.93%）；市場普遍預期聯準會本週將維持利率不變，但對12月升息仍有預期，使市場持續關注 → 美國10年債殖利率上升，持股合計預估影響 -968 元（總資產 -0.01%）；中東和談釋出降溫訊號，國際油價回落，提振市場情緒 → 西德州原油下降，持股合計預估影響 +19,438 元（總資產 +0.23%）；中國經濟復甦面臨挑戰，消費需求疲軟，導致部分外資企業獲利預估下修 → 中國大型股ETF下降，持股合計預估影響 -12,104 元（總資產 -0.14%）；外資持續淨匯出，使新台幣承壓，但近期賣壓減輕且出口商拋匯助攻，使新台幣由貶轉升 → 美元兌台幣下降，持股合計預估影響 +15,065 元（總資產 +0.18%）；美國中期選舉前，美加貿易談判出現回暖跡象，可能影響關稅政策 → VIX恐慌指數下降，持股合計預估影響 +67,512 元（總資產 +0.80%）；美國10月消費信心指數急升，遠勝預期，主要受油價回落提振 → 標普500上升，持股合計預估影響 +71,114 元（總資產 +0.84%）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AI熱潮持續，Anthropic IPO與科技巨頭投資帶動市場樂觀情緒 → 費城半導體↑：預估 +79,302 元（+0.93%）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部分科技股和AI概念股遭拋售，市場對AI融資成本與回報存在擔憂 → 費城半導體↓：預估 -79,302 元（-0.93%）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市場普遍預期聯準會本週將維持利率不變，但對12月升息仍有預期，使市場持續關注 → 美國10年債殖利率↑：預估 -968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中東和談釋出降溫訊號，國際油價回落，提振市場情緒 → 西德州原油↓：預估 +19,438 元（+0.23%）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中國經濟復甦面臨挑戰，消費需求疲軟，導致部分外資企業獲利預估下修 → 中國大型股ETF↓：預估 -12,104 元（-0.14%）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外資持續淨匯出，使新台幣承壓，但近期賣壓減輕且出口商拋匯助攻，使新台幣由貶轉升 → 美元兌台幣↓：預估 +15,065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美國中期選舉前，美加貿易談判出現回暖跡象，可能影響關稅政策 → VIX恐慌指數↓：預估 +67,512 元（+0.80%）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美國10月消費信心指數急升，遠勝預期，主要受油價回落提振 → 標普500↑：預估 +71,114 元（+0.84%）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國際事件：AI熱潮持續，Anthropic IPO與科技巨頭投資帶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+22,518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+10,802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+8,803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0.6479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+12,990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國際事件：部分科技股和AI概念股遭拋售，市場對AI融資成本與回報存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-22,518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-10,802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-8,803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0.6479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0.7524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-12,990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國際事件：市場普遍預期聯準會本週將維持利率不變，但對12月升息仍有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17</a:t>
            </a:r>
          </a:p>
        </p:txBody>
      </p:sp>
      <p:pic>
        <p:nvPicPr>
          <p:cNvPr id="5" name="Picture 4" descr="2026-10-28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711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18</a:t>
            </a:r>
          </a:p>
        </p:txBody>
      </p:sp>
      <p:pic>
        <p:nvPicPr>
          <p:cNvPr id="5" name="Picture 4" descr="2026-10-28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19</a:t>
            </a:r>
          </a:p>
        </p:txBody>
      </p:sp>
      <p:pic>
        <p:nvPicPr>
          <p:cNvPr id="5" name="Picture 4" descr="2026-10-28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7811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689,093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483,351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414,599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1,542,299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907,712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1,255,600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15,640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604,200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張+298股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404,005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+63,905 元（+10.19%）先入袋；這檔一個月預期只剩 +1.70%，轉買 00731 復華富時高息低波（預期 +6.59%）扣除換股成本後多 4.30%（門檻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691,200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+40,846 元（+6.30%）先入袋；這檔一個月預期只剩 +1.89%，轉買 00731 復華富時高息低波（預期 +6.59%）扣除換股成本後多 4.12%（門檻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689,093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+15,543 元（+3.32%）先入袋；這檔一個月預期只剩 +1.14%，轉買 00731 復華富時高息低波（預期 +6.59%）扣除換股成本後多 4.87%（門檻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483,351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+1,850 元（+0.45%）先入袋；這檔一個月預期只剩 +1.64%，轉買 00731 復華富時高息低波（預期 +6.59%）扣除換股成本後多 4.36%（門檻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414,599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941.00 元 ≤ 停損價 999.00 元（成本 1084.26 元，損益 -13.21%）；同時風險警示：已跌破停損價 999.0（目前 941.0）：依紀律全數出場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1.96%（門檻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832.00 元 ≤ 停損價 936.69 元（成本 1017.82 元，損益 -18.26%）；同時風險警示：已跌破停損價 936.69（目前 832.0）：依紀律全數出場；法人近 5 日賣超 973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584.00 元 ≤ 停損價 599.23 元（成本 634.77 元，損益 -8.00%）；同時風險警示：已跌破停損價 599.23（目前 584.0）：依紀律全數出場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+18,965 元（+2.61%）先入袋；這檔一個月預期只剩 +5.75%，轉買 6870 騰雲（預期 +12.50%）扣除換股成本後多 6.17%（門檻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746,000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8.42%（門檻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84,750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1955.00 元 ≤ 停損價 2069.91 元（成本 2365.62 元，損益 -17.36%）；同時風險警示：已跌破停損價 2069.91（目前 1955.0）：依紀律全數出場；負面新聞：董事會決議辦理現金增資發行普通股參與發行海外存託憑證；股價偏弱，減碼三分之一；法人近 5 日賣超 1,419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7.16%（門檻 1.0%），且創新高機率不低於原標的 → 換股補回虧損較快；回收資金依綜合分數配置到買進候選，各檔仍受單一標的與產業上限約束；同時風險警示：負面新聞：董事會決議辦理現金增資發行新股及發行國內無擔保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102,000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7.61%（門檻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570 股（零股），回收資金約 604,200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買進【穩健籃】1736 喬山｜3 張 + 298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喬山 3,298 股，限價 122.5，停損 115.0。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+0.84 達門檻（+0.20）；一個月收正報酬機率 58.7%、預期最大回檔 -5.8%，且未過熱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58.7%（全市場基準 51.8%），預期最大回檔 -5.8%（回檔幅度排名全市場最小的前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60.8%、預期報酬 +14.4%（模型估計，不是保證）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-0.07（大盤漲跌 1% 時約變動 -0.07%），日波動 1.48%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1.50（由穩健分數 +0.84 換算）= 101,882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7.29 與距 10 日低點 120.00 的距離 2.50 之較大者 = 7.29 元（進場 122.50 → 停損 115.00 元，5.9%）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101,882 ÷ 7.29 = 13,984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417 張 × 2%）」限制，下修至 8,345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5,046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123.44 與前一日收盤 122.5 的較低者 = 122.5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298 股（共 3,298 股），金額約 404,005 元，佔總資產 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58.7%，勝率普通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-5.8%，下檔風險偏大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115.00 元全數賣出 3 張又 298 股（共 3,298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買進【穩健籃】5292 華懋｜1 張 + 671 股｜限價 233.5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華懋 1,671 股，限價 233.5，停損 213.5。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+0.72 達門檻（+0.20）；一個月收正報酬機率 61.2%、預期最大回檔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61.2%（全市場基準 51.8%），預期最大回檔 -8.5%（回檔幅度排名全市場最小的前 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64.1%、預期報酬 +15.9%（模型估計，不是保證）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2.01%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1.40（由穩健分數 +0.72 換算）= 94,835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19.57 與距 10 日低點 230.50 的距離 3.00 之較大者 = 19.57 元（進場 233.50 → 停損 213.50 元，8.4%）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94,835 ÷ 19.57 = 4,846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211 張 × 2%）」限制，下修至 4,230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2,558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235.15 與前一日收盤 233.5 的較低者 = 233.5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671 股（共 1,671 股），金額約 390,178 元，佔總資產 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+0.72 高，信心係數 1.40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213.50 元全數賣出 1 張又 671 股（共 1,671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元大金｜7 張 + 986 股｜限價 73.1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7,986 股，限價 73.1，停損 68.5。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61.2%、預期最大回檔 -6.6%，且未過熱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61.2%（全市場基準 51.8%），預期最大回檔 -6.6%（回檔幅度排名全市場最小的前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65.0%、預期報酬 +5.2%（模型估計，不是保證）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0.65（大盤漲跌 1% 時約變動 0.65%），日波動 1.51%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1.34（由穩健分數 +0.67 換算）= 90,929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3.64 與距 10 日低點 68.60 的距離 4.50 之較大者 = 4.50 元（進場 73.10 → 停損 68.50 元，6.2%）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90,929 ÷ 4.50 = 20,207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12,220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73.61 與前一日收盤 73.19999694824219 的較低者 = 73.1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986 股（共 7,986 股），金額約 583,777 元，佔總資產 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-6.6%，下檔風險偏大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68.50 元全數賣出 7 張又 986 股（共 7,986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買進【穩健籃】2889 國票金｜39 張｜限價 17.0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國票金 39,000 股，限價 17.0，停損 16.35。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+0.64 達門檻（+0.20）；一個月收正報酬機率 60.2%、預期最大回檔 -7.8%，且未過熱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60.2%（全市場基準 51.8%），預期最大回檔 -7.8%（回檔幅度排名全市場最小的前 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60.0%、預期報酬 +5.7%（模型估計，不是保證）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-0.10（大盤漲跌 1% 時約變動 -0.10%），日波動 0.95%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1,910,283 元（已持有 73,200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1.29（由穩健分數 +0.64 換算）= 87,958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0.56 與距 10 日低點 16.35 的距離 0.65 之較大者 = 0.65 元（進場 17.00 → 停損 16.35 元，3.8%）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87,958 ÷ 0.65 = 135,320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99,884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60,405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17.09 與前一日收盤 17.049999237060547 的較低者 = 17.0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取整後：39 張（39,000 股），金額約 663,000 元，佔總資產 7.8%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479 股只有 8,143 元，低於 14,035 元會被最低手續費 20 元拉高費率（約 0.25%），所以不買零股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+0.64 高，信心係數 1.29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-7.8%，下檔風險偏大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16.35 元全數賣出 39 張（39,000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晉泰｜29 張｜限價 40.8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晉泰 29,000 股，限價 40.8，停損 36.7。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1%、創新高機率 90.7%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90.7%（全市場基準 17.9%，排名前 2%），預期超額報酬 +10.49%（排名前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-2.4%（52 週高 40.96，現價 40.0），正處於創高區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+30.9%、近 60 日 +87.4%，相對大盤 20 日 +34.5%、60 日 +76.5%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1.50（由綜合分數 +0.80 換算）= 101,712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4.90 與距 10 日低點 31.30 的距離 9.50 之較大者，但不超過進場價 10%（4.08） = 4.08 元（進場 40.80 → 停損 36.70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101,712 ÷ 4.08 = 24,929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4,181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29,000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40.59 × (1 + 0.5%) = 40.8，提高成交機率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取整後：29 張（29,000 股），金額約 1,183,200 元，佔總資產 13.9%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109 股只有 4,447 元，低於 14,035 元會被最低手續費 20 元拉高費率（約 0.45%），所以不買零股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90.7%，勝率高可多配置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40.96 元（距現價 2.4%）即確認創新高，續抱讓獲利奔跑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36.70 元全數賣出 29 張（29,000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買進【進攻籃】6756 威鋒電子｜9 張 + 201 股｜限價 123.5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威鋒電子 9,201 股，限價 123.5，停損 111.0。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3%、創新高機率 62.4%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62.4%（全市場基準 17.9%，排名前 9%），預期超額報酬 +8.14%（排名前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-9.7%（52 週高 134.5，現價 121.5）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+24.5%、近 60 日 +35.4%，相對大盤 20 日 +28.1%、60 日 +24.6%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1.47（由綜合分數 +0.78 換算）= 99,759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13.07 與距 10 日低點 91.80 的距離 31.70 之較大者，但不超過進場價 10%（12.35） = 12.35 元（進場 123.50 → 停損 111.00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99,759 ÷ 12.35 = 8,078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1,124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122.77 × (1 + 0.5%) = 123.5，提高成交機率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201 股（共 9,201 股），金額約 1,136,324 元，佔總資產 13.4%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62.4%，勝率高可多配置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134.5 元（距現價 9.7%）即確認創新高，續抱讓獲利奔跑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111.00 元全數賣出 9 張又 201 股（共 9,201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GIS-KY｜11 張 + 735 股｜限價 99.8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GIS-KY 11,735 股，限價 99.8，停損 89.8。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4%、創新高機率 68.5%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68.5%（全市場基準 17.9%，排名前 7%），預期超額報酬 +7.74%（排名前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-9.4%（52 週高 108.0，現價 97.8）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+32.9%、近 60 日 +70.4%，相對大盤 20 日 +36.4%、60 日 +59.6%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1.47（由綜合分數 +0.78 換算）= 99,759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15.90 與距 10 日低點 83.30 的距離 16.50 之較大者，但不超過進場價 10%（9.98） = 9.98 元（進場 99.80 → 停損 89.80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99,759 ÷ 9.98 = 9,996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1,739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99.29 × (1 + 0.5%) = 99.8，提高成交機率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取整後：11 張又 735 股（共 11,735 股），金額約 1,171,153 元，佔總資產 13.8%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68.5%，勝率高可多配置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【少買】日均波動（ATR）8.1%，波動大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9.4%）即確認創新高，續抱讓獲利奔跑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89.80 元全數賣出 11 張又 735 股（共 11,735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買進【進攻籃】2069 運錩｜34 張｜限價 29.15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運錩 34,000 股，限價 29.15，停損 26.2。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0%、創新高機率 75.9%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75.9%（全市場基準 17.9%，排名前 6%），預期超額報酬 +11.24%（排名前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-4.0%（52 週高 30.05，現價 28.85）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+12.7%、近 60 日 +61.2%，相對大盤 20 日 +16.3%、60 日 +50.4%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1.44（由綜合分數 +0.75 換算）= 97,467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2.29 與距 10 日低點 23.70 的距離 5.45 之較大者，但不超過進場價 10%（2.92） = 2.92 元（進場 29.15 → 停損 26.20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97,467 ÷ 2.92 = 33,436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840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34,000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28.98 × (1 + 0.5%) = 29.15，提高成交機率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取整後：34 張（34,000 股），金額約 991,100 元，佔總資產 11.7%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276 股只有 8,045 元，低於 14,035 元會被最低手續費 20 元拉高費率（約 0.25%），所以不買零股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75.9%，勝率高可多配置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【少買】日均波動（ATR）4.0%，波動大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30.05 元（距現價 4.0%）即確認創新高，續抱讓獲利奔跑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26.20 元全數賣出 34 張（34,000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買進【進攻籃】6416 瑞祺電通｜9 張 + 931 股｜限價 124.5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瑞祺電通 9,931 股，限價 124.5，停損 113.5。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9%、創新高機率 65.4%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65.4%（全市場基準 17.9%，排名前 8%），預期超額報酬 +6.23%（排名前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-5.0%（52 週高 129.0，現價 122.5）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+6.1%、近 60 日 +27.9%，相對大盤 20 日 +9.6%、60 日 +17.1%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5,730,850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8,490,148 元 × 每筆風險 0.8% × 信心係數 1.41（由綜合分數 +0.73 換算）= 95,684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10.57 與距 10 日低點 115.50 的距離 9.00 之較大者 = 10.57 元（進場 124.50 → 停損 113.50 元，8.5%）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95,684 ÷ 10.57 = 9,051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880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123.54 × (1 + 0.5%) = 124.5，提高成交機率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931 股（共 9,931 股），金額約 1,236,410 元，佔總資產 14.6%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65.4%，勝率高可多配置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+59.2%，基本面支撐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【少買】日均波動（ATR）4.3%，波動大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129.0 元（距現價 5.0%）即確認創新高，續抱讓獲利奔跑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113.50 元全數賣出 9 張又 931 股（共 9,931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43</a:t>
            </a:r>
          </a:p>
        </p:txBody>
      </p:sp>
      <p:pic>
        <p:nvPicPr>
          <p:cNvPr id="5" name="Picture 4" descr="2026-10-28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28206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96.1%（每日收盤檢查，未達扣報酬率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93.3%（目標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21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22 筆 = 110 筆；剩餘 23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2,547,045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-15.10%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88.9%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2026-10-28　|　46</a:t>
            </a:r>
          </a:p>
        </p:txBody>
      </p:sp>
      <p:pic>
        <p:nvPicPr>
          <p:cNvPr id="5" name="Picture 4" descr="2026-10-28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