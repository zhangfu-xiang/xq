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2026-10-06　|　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Microsoft JhengHei"/>
                <a:ea typeface="Microsoft JhengHei"/>
              </a:rPr>
              <a:t>盤後檢討與隔日預掛單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9D6E8"/>
                </a:solidFill>
                <a:latin typeface="Microsoft JhengHei"/>
                <a:ea typeface="Microsoft JhengHei"/>
              </a:rPr>
              <a:t>2026-10-06　|　2026 德明X富達投資擂台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今日重點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2026-10-06　|　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總資產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1,008 萬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3673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0833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累積報酬</a:t>
            </a:r>
          </a:p>
          <a:p>
            <a:r>
              <a:rPr sz="3000" b="1">
                <a:solidFill>
                  <a:srgbClr val="C8423B"/>
                </a:solidFill>
                <a:latin typeface="Microsoft JhengHei"/>
                <a:ea typeface="Microsoft JhengHei"/>
              </a:rPr>
              <a:t>+0.84%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0147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7307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執行後持股率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93.6%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86621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3781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大盤預測開盤</a:t>
            </a:r>
          </a:p>
          <a:p>
            <a:r>
              <a:rPr sz="3000" b="1">
                <a:solidFill>
                  <a:srgbClr val="C8423B"/>
                </a:solidFill>
                <a:latin typeface="Microsoft JhengHei"/>
                <a:ea typeface="Microsoft JhengHei"/>
              </a:rPr>
              <a:t>+0.12%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美股隔夜那斯達克期貨微漲0.18%，費城半導體上漲0.27%，美元兌台幣貶值0.23%，台股盤中衝上49968.92點逼近5萬點，終場上漲110.51點創收盤新高，但三大法人賣超207.86億元，投信連續賣超、外資翻空，顯示資金獲利了結與謹慎情緒。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台股開盤預測上漲0.12%，盤中震盪為主，模型命中率80.2%，資金面謹慎但指數強勢，預計維持在5萬點附近整理，短期以權值股與ETF為主導。（注意：盤後版使用的美股資料為前一晚收盤，明早 07:00 盤前報告會以最新美股重新計算）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庫存怎麼處理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2026-10-06　|　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2297"/>
                <a:gridCol w="1201148"/>
                <a:gridCol w="1091953"/>
                <a:gridCol w="1091953"/>
                <a:gridCol w="4367813"/>
                <a:gridCol w="109195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持股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建議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1,026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+3.66%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加買 245 股（零股），加碼後共 1 張又 271 股（共 1,271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1065.0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1,571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+3.45%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 張又 571 股（共 1,571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1,041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+1.84%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 張又 41 股（共 1,041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57,624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57 張又 624 股（共 57,624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35,251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-0.96%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35 張又 251 股（共 35,251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14,345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14 張又 345 股（共 14,345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+4.47%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 張（1,000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20,528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-3.04%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20 張又 528 股（共 20,528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36,071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-1.30%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36 張又 71 股（共 36,071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警示提醒（嚴重 0／警告 1）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2026-10-06　|　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【警告】加權指數單日 +2.55%：大盤劇烈波動，系統性風險升高 → 檢查持股率與停損，避免追高殺低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【提醒】2915 潤泰全：法人近 5 日賣超 771 張，籌碼轉弱 → 續抱，持續觀察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【提醒】2845 遠東銀：距停損價 12.5 只剩 2.8%，先掛好停損單 → 續抱，持續觀察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【提醒】2889 國票金：法人近 5 日賣超 17,564 張，籌碼轉弱 → 續抱，持續觀察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【提醒】電子零組件業 14 檔漲停：同產業集體漲停：金居、台燿、聯茂、華通、金像電、台光電 → 題材發酵中，但不追漲停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【提醒】半導體業 7 檔漲停：同產業集體漲停：萬潤、富鼎、台亞、尼克森、應廣、意德士 → 題材發酵中，但不追漲停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今日漲跌停與原因（漲停 49／跌停 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2026-10-06　|　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7465"/>
                <a:gridCol w="1640204"/>
                <a:gridCol w="702945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可能原因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跌停｜6538 倉和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可能原因（新聞）：倉和(6538)千張大戶與散戶持股比例，持股籌碼集中度查詢 - 股市爆料同學會 - CMoney；盤中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跌停｜7772 耀穎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可能原因（新聞）：7772 耀穎- 【10/05 產業即時新聞】光學鏡片族群強勢大漲逾5%，雙王大立光與玉晶光聯袂點火-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跌停｜8084 巨虹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電子通路業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可能原因（新聞）：巨虹(8084)連三根跌停！為何一早6500張排隊掛賣？9月來大股東積極出脫…小股東卻在承接 - Ya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跌停｜4806 桂田文創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文化創意業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可能原因（新聞）：【桂田文創法說會重點內容備忘錄】未來展望趨勢 20260930 - 富果直送；桂田文創 2026-09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漲停｜1303 南亞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塑膠工業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可能原因（新聞）：南亞(1303) 個股概覽 | 個股 - 股市 - CMoney；南亞(1303)漲停原因？股價174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漲停｜8358 金居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可能原因（新聞）：今日漲停股｜PCB升級與AI光通訊領軍，南亞、華通、金居強勢攻頂，助陣台股創新高1005｜豐雲學堂20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漲停｜6274 台燿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可能原因（新聞）：台燿(6274)子公司與轉投資主要持股明細 - 股市爆料同學會 - CMoney；台燿9月營收月增3.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漲停｜6213 聯茂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可能原因（新聞）：【11:44 即時新聞】聯茂(6213)股價走強挑戰高檔 高階CCL需求成盤中焦點 - CMoney投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漲停｜2313 華通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可能原因（新聞）：【09:43 即時新聞】華通(2313)亮燈漲停，AI與衛星高階PCB題材受關注 - CMoney投資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漲停｜2368 金像電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可能原因（新聞）：金像電「8折價」引亞馬遜入股一度挫半根 分析師：布局中長線仍佳 - Yahoo股市；金像電(2368)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漲停｜2383 台光電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可能原因（新聞）：台光電噴漲停每張賺51萬元！7400名股東抄底成功 64位千張大戶身家秒漲16億元 - Yahoo股市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漲停｜2059 川湖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可能原因（新聞）：股后川湖漲停！抱1張現賺121萬 高價股4檔亮燈 - ETtoday財經雲；台股閃現「56千金」盛況！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三籃配置：進攻 58%／穩健 32%／ETF 10%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2026-10-06　|　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比例如何決定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基準配置：進攻籃 60%、穩健籃 40%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大盤健康上漲 → 進攻 +5%：站上季線 +9.3%、20 日漲幅 +7.0%，且模型無重大失誤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股票內部：進攻籃 65%、穩健籃 35%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今日配置（佔股票＋ETF 目標持股）：進攻籃 59%、穩健籃 32%、ETF 籃 10%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基準比例 15%（分散個股風險、證交稅 0.1%）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大盤健康上漲 → ETF −5%，資金優先給個股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 ETF 籃比例 10%（佔股票＋ETF 目標持股；基準 15% 已依上述條件調整）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各籃內容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【進攻籃】目標 531 萬，執行後佔總資產 52.8%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進攻籃買進：1303 南亞、3189 景碩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【穩健籃】目標 286 萬，執行後佔總資產 30.9%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穩健籃買進：無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籃】目標 91 萬，執行後佔總資產 10.0%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籃買進：00731 復華富時高息低波、00955 中信日本商社、00692 富邦公司治理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進攻籃佔比59%、穩健籃32%、ETF籃10%，較基準調整為進攻減1%、穩健減8%、ETF減5%，原因是大盤健康上漲但資金獲利了結，進攻籃買入南亞與景碩，穩健籃維持原有部位，ETF籃買入復華富時高息低波、中信日本商社、富邦公司治理以分散風險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穩健籃候選（收正報酬機率高、回檔小、不追高）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2026-10-06　|　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7396"/>
                <a:gridCol w="2044930"/>
                <a:gridCol w="1278081"/>
                <a:gridCol w="1278081"/>
                <a:gridCol w="1022465"/>
                <a:gridCol w="1278081"/>
                <a:gridCol w="1278081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收正機率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預期回檔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穩健分數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訊號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00955 中信日本商社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56.8%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00882 中信中國高股息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00731 復華富時高息低波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72.9%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3010 華立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電子通路業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4743 合一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生技醫療業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00984A 主動安聯台灣高息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00939 統一台灣高息動能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70.6%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00896 中信綠能及電動車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55.2%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009803 玉山市值動能50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60.4%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1.04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00770 國泰北美科技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1563 巧新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汽車工業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48.9%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3231 緯創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電腦及週邊設備業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期貨與選擇權：做多 微型臺指期貨 7 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2026-10-06　|　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0204"/>
                <a:gridCol w="2577465"/>
                <a:gridCol w="937260"/>
                <a:gridCol w="1405890"/>
                <a:gridCol w="1405890"/>
                <a:gridCol w="1640204"/>
                <a:gridCol w="1640204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動作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合約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口數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停損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保證金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最大損失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做多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TMF202610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50,064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48,757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245,350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91,490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期貨與選擇權判斷：做多 微型臺指期貨 7 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2026-10-06　|　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依據（模型估計，不是保證）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這筆不是預測優勢，而是放大對大盤的曝險，用期貨戶閒置資金提高總資產報酬（衝名次）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依據：2024-01-24～2026-09-29 樣本外每 5 日一直做多 127 次，勝率 62.2%、平均 +0.81%（已扣成本）；這段期間大盤偏多，空頭時會同樣放大虧損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風控條件：加權指數在季線上（+9.32%）才加碼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目前累積報酬 +0.84%、距高點回撤 -0.00%、剩 37 個交易日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正常狀態：訊號夠強時以小部位放大報酬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方向模型：未來 5 個交易日上漲機率 56.7%（模型估計，不是保證）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做多：樣本外 66 次，命中率 65.2%（基準 63.9%），平均每次 +1.09%（已扣成本）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放空：樣本外交易僅 0 次，少於 20 次，證據不足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虧損如何補回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2026-10-06　|　10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7373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目前無虧損需補回，持股整體盈餘+83,729元，建議續抱獲利盤，對於艾笛森等虧損股可適度加碼攤低成本，景碩、聯茂等盈餘股則依模型預期繼續持有，避免過早出場影響報酬。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• 累積損益 +83,729 元（+0.84%），已實現 +0 元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• 現有持股依模型加權的一個月預期報酬 +5.74%（約 +579,241 元）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進攻籃最佳替換候選：3037 欣興，一個月預期報酬 +15.32%，創新高機率 86.9%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穩健籃最佳替換候選：00909 國泰數位支付服務，一個月預期報酬 +8.17%，收正報酬機率 73.1%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【續抱並可加碼】3591 艾笛森（-17,910 元）：模型排名仍在全市場前 9%、股價在月線之上、虧損未擴大，權重 5.7% 仍低於上限，可逢回加碼攤低成本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【續抱】2915 潤泰全（-9,446 元）：買進第 1 個交易日，未滿 10 個交易日不換股、不因分數小幅轉弱賣出（模型排名每天都會小幅變動，來回換股要付約 0.58% 成本）；跌破停損 55.38 才出場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【續抱並可加碼】6213 聯茂（+39,365 元）：模型排名仍在全市場前 1%、股價在月線之上、虧損未擴大，權重 11.7% 仍低於上限，可逢回加碼攤低成本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【續抱並可加碼】1560 中砂（+19,512 元）：模型排名仍在全市場前 5%、股價在月線之上、虧損未擴大，權重 10.7% 仍低於上限，可逢回加碼攤低成本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【續抱並可加碼】3189 景碩（+39,628 元）：模型排名仍在全市場前 5%、股價在月線之上、虧損未擴大，權重 11.1% 仍低於上限，可逢回加碼攤低成本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【續抱並可加碼】6196 帆宣（+29,075 元）：模型排名仍在全市場前 10%、股價在月線之上、虧損未擴大，權重 6.7% 仍低於上限，可逢回加碼攤低成本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【續抱】2845 遠東銀（-6,098 元）：買進第 1 個交易日，未滿 10 個交易日不換股、不因分數小幅轉弱賣出（模型排名每天都會小幅變動，來回換股要付約 0.58% 成本）；跌破停損 12.5 才出場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【續抱】2889 國票金（-1,350 元）：買進第 1 個交易日，未滿 10 個交易日不換股、不因分數小幅轉弱賣出（模型排名每天都會小幅變動，來回換股要付約 0.58% 成本）；跌破停損 15.32 才出場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【續抱】5880 合庫金（-8,884 元）：買進第 1 個交易日，未滿 10 個交易日不換股、不因分數小幅轉弱賣出（模型排名每天都會小幅變動，來回換股要付約 0.58% 成本）；跌破停損 25.19 才出場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國際大事對持股的影響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2026-10-06　|　11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55448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美債殖利率飆破5.3%創24年新高，對聯茂、中砂等高beta股影響不利，估計損失約1.34%與1.0%，建議嚴守停損暫停加碼；台積電目標價被高盛上調至3300元，對景碩、聯茂等半導體股有利，估計帶動約1.47%與1.17%上漲，可作為加碼依據；日經225上漲1.05%，對聯茂等科技股有正向影響，估計帶動2.24%上漲，支持續抱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台股逼近5萬點但三大法人賣超近208億元，顯示資金獲利了結與謹慎情緒 → 標普500↓：預估 -55,658 元（-0.55%）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美債殖利率飆破5.3%創24年新高，引發資金排擠效應與避險配置討論 → 美國10年債殖利率↑：預估 +0 元（+0.00%）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歐盟與中國將於10/8進行最後談判以避免貿易大戰，關稅與貿易摩擦受關注 → VIX恐慌指數↑：預估 -54,482 元（-0.54%）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AMD蘇姿丰訪台拜會台積電等廠商，證實在台百億美元投資將加碼，顯示對台供應鏈信心 → 費城半導體↑：預估 +59,246 元（+0.59%）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台積電股價創新高，高盛上調目標價至3300元，看好AI需求持續強勁 → 費城半導體↑：預估 +59,246 元（+0.59%）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日股因AI和半導體股漲勢而收高，顯示科技帶動效應擴散至亞洲 → 日經225↑：預估 +100,506 元（+1.00%）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沙烏地輸油管再遇襲停運，胡塞武裝威脅領空將成戰場，地緣政治緊張升溫 → VIX恐慌指數↑：預估 -54,482 元（-0.54%）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美股看似風險重重，但可能醞釀一輪強勢上漲行情，市場情緒複雜 → 標普500↑：預估 +55,658 元（+0.55%）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國際事件：台股逼近5萬點但三大法人賣超近208億元，顯示資金獲利了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2026-10-06　|　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0.5361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-0.44%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-2,511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0.2913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-1,959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1.6347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-1.34%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-15,810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597.0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1.2197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-10,826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893.0 元、暫停加碼；若事件延續且跌破月線，先減碼一半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1.5766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-1.29%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-14,493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958.0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1.6057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-8,963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605.07 元、暫停加碼；若事件延續且跌破月線，先減碼一半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0.1325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+0.12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0.1455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-1,096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國際事件：美債殖利率飆破5.3%創24年新高，引發資金排擠效應與避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2026-10-06　|　13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-0.0212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-0.03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-0.0744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-0.06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-0.0839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0.0042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+0.02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-0.0218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-0.10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國際事件：歐盟與中國將於10/8進行最後談判以避免貿易大戰，關稅與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2026-10-06　|　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-0.0505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-0.39%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-2,226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-2,449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-0.1547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-1.22%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-14,394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597.0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-0.1269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-10,826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893.0 元、暫停加碼；若事件延續且跌破月線，先減碼一半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-0.1266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-11,235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958.0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-0.1671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-8,895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605.07 元、暫停加碼；若事件延續且跌破月線，先減碼一半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-0.0269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-0.21%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-970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-1,752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-0.0241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-1,735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全市場一個月創新高潛力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2026-10-06　|　15</a:t>
            </a:r>
          </a:p>
        </p:txBody>
      </p:sp>
      <p:pic>
        <p:nvPicPr>
          <p:cNvPr id="5" name="Picture 4" descr="2026-10-06_盤後檢討與隔日預掛單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317673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掃描 650 檔上市櫃股票與 ETF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全市場基準創新高率 20.9%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模型：梯度提升樹，滾動時間外驗證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美股隔夜表現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2026-10-06　|　16</a:t>
            </a:r>
          </a:p>
        </p:txBody>
      </p:sp>
      <p:pic>
        <p:nvPicPr>
          <p:cNvPr id="5" name="Picture 4" descr="2026-10-06_盤後檢討與隔日預掛單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760" y="1097280"/>
            <a:ext cx="383417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台股開盤預測（美股 → 台股）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2026-10-06　|　17</a:t>
            </a:r>
          </a:p>
        </p:txBody>
      </p:sp>
      <p:pic>
        <p:nvPicPr>
          <p:cNvPr id="5" name="Picture 4" descr="2026-10-06_盤後檢討與隔日預掛單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395703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Ridge 迴歸：費半、那指期、台積電 ADR、VIX、匯率、產業對應美股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命中率＝樣本外方向命中率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低於 55% 或不如基準者降權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交易建議總表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2026-10-06　|　18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658"/>
                <a:gridCol w="2646381"/>
                <a:gridCol w="1764254"/>
                <a:gridCol w="1323190"/>
                <a:gridCol w="1323190"/>
                <a:gridCol w="1984785"/>
                <a:gridCol w="1102658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動作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停損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權重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進攻｜00731 復華富時高息低波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 張+366股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98.05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95.75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330,036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進攻｜00955 中信日本商社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19 張+478股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15.86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15.41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308,921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進攻｜00692 富邦公司治理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 張+716股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99.4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93.55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369,370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進攻｜1303 南亞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張+461股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424,420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張+245股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1065.0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958.0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260,925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買進【ETF籃】00731 復華富時高息低波｜3 張 + 366 股｜限價 98.05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2026-10-06　|　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買入復華富時高息低波ETF，因ETF分數+1.00達門檻，可分散個股風險且證交稅低，預期一個月超額報酬+4.17%，停損設在95.75元，目標價103.9元與109.8元分批停利。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籃】高股息型 ETF，ETF 分數 +1.00 達門檻（+0.15）；分散個股風險、證交稅 0.1%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72.4%（全市場基準 20.9%，排名前 13%），預期超額報酬 +4.17%（排名前 29%）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-2.1%（52 週高 100.2，現價 98.05），正處於創高區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+0.9%、近 60 日 +10.4%，相對大盤 20 日 -7.5%、60 日 +1.7%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籃子配置：ETF籃佔目標持股 10% → 目標金額 907,536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10,083,729 元 × 每筆風險 1.5% × 信心係數 1.50（由ETF 分數 +1.00 換算）= 226,884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2.26 與距 10 日低點 96.65 的距離 1.40 之較大者 = 2.26 元（進場 98.05 → 停損 95.75 元，2.3%）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226,884 ÷ 2.26 = 100,518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606 張 × 2%）」限制，下修至 12,118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ETF籃合計超過籃子上限，等比例下修 8,752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98.14 與前一日收盤 98.05000305175781 的較低者 = 98.05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取整後：3 張又 366 股（共 3,366 股），金額約 330,036 元，佔總資產 3.3%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【多買】ETF 分數 +1.00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【多買】日均波動（ATR）1.2%，波動溫和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72.9%，可提高「正報酬晉級」機率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-1.5%，下檔有限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95.75 元全數賣出 3 張又 366 股（共 3,366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103.9 元（+6%）賣出 1 張又 121 股（共 1,121 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109.8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買進【ETF籃】00955 中信日本商社｜19 張 + 478 股｜限價 15.86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2026-10-06　|　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買入中信日本商社ETF，因ETF分數+0.96達門檻，法人連續買超3日籌碼穩定，預期一個月超額報酬+3.17%，停損設在15.41元，目標價16.81元與17.76元分批停利。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籃】其他型 ETF，ETF 分數 +0.96 達門檻（+0.15）；分散個股風險、證交稅 0.1%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18.8%（全市場基準 20.9%，排名前 45%），預期超額報酬 +3.17%（排名前 40%）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-8.1%（52 週高 17.27，現價 15.87）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-2.6%、近 60 日 +10.4%，相對大盤 20 日 -11.0%、60 日 +1.7%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籃子配置：ETF籃佔目標持股 10% → 目標金額 907,536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10,083,729 元 × 每筆風險 1.5% × 信心係數 1.50（由ETF 分數 +0.96 換算）= 226,884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0.45 與距 10 日低點 15.71 的距離 0.15 之較大者 = 0.45 元（進場 15.86 → 停損 15.41 元，2.8%）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226,884 ÷ 0.45 = 509,034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3,506 張 × 2%）」限制，下修至 70,127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ETF籃合計超過籃子上限，等比例下修 50,648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15.89 與前一日收盤 15.869999885559082 的較低者 = 15.86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取整後：19 張又 478 股（共 19,478 股），金額約 308,921 元，佔總資產 3.1%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【多買】ETF 分數 +0.96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【多買】日均波動（ATR）1.4%，波動溫和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3 日，籌碼穩定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-2.2%，下檔有限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【少買】一個月收正報酬機率 56.8%，勝率普通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15.41 元全數賣出 19 張又 478 股（共 19,478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16.81 元（+6%）賣出 6 張又 492 股（共 6,492 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17.76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買進【ETF籃】00692 富邦公司治理｜3 張 + 716 股｜限價 99.4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2026-10-06　|　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買入富邦公司治理ETF，因ETF分數+0.94達門檻，月線季線多頭排列，預期一個月超額報酬+6.61%，停損設在93.55元，目標價105.35元與111.3元分批停利。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籃】市值型型 ETF，ETF 分數 +0.94 達門檻（+0.15）；分散個股風險、證交稅 0.1%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96.5%（全市場基準 20.9%，排名前 3%），預期超額報酬 +6.61%（排名前 13%）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-0.4%（52 週高 99.9，現價 99.55），正處於創高區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+9.2%、近 60 日 +8.2%，相對大盤 20 日 +0.8%、60 日 -0.5%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籃子配置：ETF籃佔目標持股 10% → 目標金額 907,536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10,083,729 元 × 每筆風險 1.5% × 信心係數 1.50（由ETF 分數 +0.94 換算）= 226,884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2.67 與距 10 日低點 93.60 的距離 5.80 之較大者 = 5.80 元（進場 99.40 → 停損 93.55 元，5.8%）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226,884 ÷ 5.80 = 39,118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669 張 × 2%）」限制，下修至 13,379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ETF籃合計超過籃子上限，等比例下修 9,663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99.44 與前一日收盤 99.55000305175781 的較低者 = 99.4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取整後：3 張又 716 股（共 3,716 股），金額約 369,370 元，佔總資產 3.7%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【多買】ETF 分數 +0.94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【多買】日均波動（ATR）1.3%，波動溫和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4 日，籌碼穩定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73.9%，可提高「正報酬晉級」機率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-2.6%，下檔有限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93.55 元全數賣出 3 張又 716 股（共 3,716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105.35 元（+6%）賣出 1 張又 238 股（共 1,238 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111.3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買進【進攻籃】1303 南亞｜1 張 + 461 股｜限價 290.5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2026-10-06　|　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買入南亞股票，因綜合分數+0.83達門檻，月營收年增46.8%基本面強，預期一個月超額報酬+9.56%，停損設在261.0元，目標價先突破52週高點286.0元確認創新高後再設停利。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+0.83 達門檻（+0.30）；一個月模型預期超額報酬排名全市場前 6%、創新高機率 98.2%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98.2%（全市場基準 20.9%，排名前 0%），預期超額報酬 +9.56%（排名前 6%）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+0.0%（52 週高 286.0，現價 286.0），正處於創高區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+29.4%、近 60 日 +57.1%，相對大盤 20 日 +21.0%、60 日 +48.4%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58% → 目標金額 5,309,083 元（已持有 4,635,609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10,083,729 元 × 每筆風險 1.5% × 信心係數 1.50（由綜合分數 +0.83 換算）= 226,884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29.00 與距 10 日低點 223.00 的距離 67.50 之較大者，但不超過進場價 10%（29.05） = 29.05 元（進場 290.50 → 停損 261.00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226,884 ÷ 29.05 = 7,810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6,348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288.73 × (1 + 0.5%) = 290.5，提高成交機率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 張又 461 股（共 1,461 股），金額約 424,420 元，佔總資產 4.2%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+0.83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98.2%，勝率高可多配置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+46.8%，基本面支撐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【少買】日均波動（ATR）5.1%，波動大 → 停損距離遠 → 股數少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286.0 元（距現價 -0.0%）即確認創新高，續抱讓獲利奔跑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261.00 元全數賣出 1 張又 461 股（共 1,461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319.5 元（+10%）賣出 486 股（零股），停損上移至成本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買進【進攻籃】3189 景碩｜0 張 + 245 股｜限價 1065.0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2026-10-06　|　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買入景碩股票，因綜合分數+0.76達門檻，法人連續買超8日籌碼穩定，預期一個月超額報酬+10.49%，停損設在958.0元，目標價1170.0元與1275.0元分批停利。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+0.76 達門檻（+0.30）；一個月模型預期超額報酬排名全市場前 4%、創新高機率 91.7%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91.7%（全市場基準 20.9%，排名前 5%），預期超額報酬 +10.49%（排名前 4%）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-4.8%（52 週高 1150.0，現價 1095.0）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+41.3%、近 60 日 +45.0%，相對大盤 20 日 +32.9%、60 日 +36.3%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58% → 目標金額 5,309,083 元（已持有 4,635,609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10,083,729 元 × 每筆風險 1.5% × 信心係數 1.45（由綜合分數 +0.76 換算）= 219,888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111.00 與距 10 日低點 815.00 的距離 250.00 之較大者，但不超過進場價 10%（106.50） = 106.50 元（進場 1065.00 → 停損 958.00 元，10.0%）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219,888 ÷ 106.50 = 2,065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受「進攻籃單檔上限 25%」限制，下修至 1,312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1,067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進場價：RSI14 = 75.8 &gt; 75 偏熱，不追價：限價設在前一日收盤 1095.0 − 0.5×ATR 55.50 = 1065.0，等回檔才買（可能當日不成交）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取整後：245 股（零股），金額約 260,925 元，佔總資產 2.6%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+0.76 高，信心係數 1.45 ≥ 1 放大部位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8 日，籌碼穩定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91.7%，勝率高可多配置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+40.6%，基本面支撐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【少買】日均波動（ATR）5.1%，波動大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【少買】已達進攻籃單檔上限，分散風險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【少買】RSI14 = 75.8 偏熱，限價等回檔，可能買不到或買得少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1150.0 元（距現價 4.8%）即確認創新高，續抱讓獲利奔跑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958.00 元全數賣出 245 股（零股）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1170.0 元（+10%）賣出 81 股（零股），停損上移至成本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執行後持股配置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2026-10-06　|　24</a:t>
            </a:r>
          </a:p>
        </p:txBody>
      </p:sp>
      <p:pic>
        <p:nvPicPr>
          <p:cNvPr id="5" name="Picture 4" descr="2026-10-06_盤後檢討與隔日預掛單_all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598875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期貨戶轉入證券戶：1,386,625 元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競賽規則檢查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2026-10-06　|　25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8159"/>
                <a:gridCol w="1065516"/>
                <a:gridCol w="710344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結果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說明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禁止交易權證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無權證標的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目前持股率 ≥ 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 76.8%（建倉期至 10/16，不罰）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執行建議後持股率 ≥ 70%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預估 93.6%（目標 90%）；注意只算實際成交，掛單未成交不算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交易過的標的 ≥ 5（每日收盤追蹤）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已成交 9 檔＋本次建議 = 13 檔；執行後持有 13 檔（第三週 10/19 起才檢查）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總交易筆數 ≥ 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累計 17 筆＋本次建議 5 筆 = 22 筆；剩餘 37 個交易日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融資借款在自訂上限內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 0 元 / 上限 3,025,119 元（總資產 30%）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累積報酬為正（才列入排名）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目前累積報酬 +0.84%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模型健康度與調整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2026-10-06　|　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1874520"/>
                <a:gridCol w="374904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指標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樣本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表現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大盤隔夜跳空命中率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84.0%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個股隔夜跳空命中率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一個月推薦實際超額報酬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840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+0.46%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一個月推薦實際創新高比例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名創新高率 / 基準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79.4% / 31.0%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名月超額報酬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+6.90%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29768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目前未偵測到重大失誤，參數維持不變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累積報酬走勢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2026-10-06　|　27</a:t>
            </a:r>
          </a:p>
        </p:txBody>
      </p:sp>
      <p:pic>
        <p:nvPicPr>
          <p:cNvPr id="5" name="Picture 4" descr="2026-10-06_盤後檢討與隔日預掛單_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097280"/>
            <a:ext cx="11247120" cy="44988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