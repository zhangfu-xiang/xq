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997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-0.33%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78.8%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收高0.26%，費城半導體指數跌0.41%，美元兌台幣升0.24%，美10年債殖利率升0.25%，原油上漲0.6%，黃金微跌0.1%。台股面臨多空夾擊，外資提款、台積電ADR連跌及美337調查等利空壓力大，雖有法人買超及個別利多，但整體震盪下跌風險升高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今日台股開盤預測上漲0.23%，盤中可能震盪，模型開高命中率為80.9%。需注意台積電法說會前的觀望情緒及美337調查對科技股的影響，可能導致盤中分歧。（08:20 更新：那斯達克期貨 31262.25，+0.49%）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523 股（零股），保留 1 張又 48 股（共 1,048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7 張又 172 股（共 7,172 股），保留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【嚴重】2915 潤泰全：重大負面新聞：營收大幅下降；先減碼一半，保留部位觀察後續 → 建議賣出 7 張又 172 股（共 7,172 股）（持有 14,345 股的 50%），限價 58.3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523 股（零股）（持有 1,571 股的 33%），限價 797.0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12.6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檔漲停：同產業集體漲停：光頡、金山電、騰輝電子-KY、九豪、安碁、鈺鎧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檔漲停：同產業集體漲停：精測、宏捷科、台亞、台星科、廣穎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-207,200 元：均價 49,875、現價 49,357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38／跌停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可能原因（新聞）：一張賠131萬元！股后川湖營收爆雷跌停 分析師：做頭了 - Yahoo股市；川湖(2059) 今日股價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跌停｜8227 巨有科技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可能原因（新聞）：巨有科技(8227) 今日股價與討論 - 股市爆料同學會 - CMoney；討論牆 | 盤中速報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可能原因（新聞）：【11:29 即時新聞】應廣(6716)股價走強，IC設計族群資金回流受關注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可能原因（新聞）：高掛4千張賣單搶出場逃命！巨虹再吞第9根跌停「股東卻不減反增」 專家看傻：這什麼概念？ - Yahoo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可能原因（新聞）：【光頡法說會重點內容備忘錄】未來展望趨勢 20261007 - 富果直送；光頡(3624)亮燈漲停，你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漲停｜6510 精測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可能原因（新聞）：旺矽（6223）與精測（6510）同步獲得青睞，測試介面族群... - 股市爆料同學會 - CMone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可能原因（新聞）：焦點股》宏捷科：主力回來了！股價連兩日亮燈 - 自由財經；訂單滿手，宏捷科Q4營收有望季增- 新聞 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漲停｜2340 台亞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可能原因（新聞）：台亞(2340) 個股概覽 | 個股 - 股市 - CMoney；【09:19 即時新聞】台亞(234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即時新聞】金山電(8042)盤中勁揚逾8% 被動元件族群續強領漲 - CMoney投資網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漲停｜6672 騰輝電子-KY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可能原因（新聞）：騰輝電子-KY、由田等8檔10/6起打入處置 友達等64檔列注意股 - 自由財經；騰輝電子-KY營收首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漲停｜6127 九豪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九豪(6127)9月營收9,607萬元年增率高達54.42％｜新聞快訊｜豐雲學堂 - 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漲停｜3265 台星科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可能原因（新聞）：【台星科法說會重點內容備忘錄】未來展望趨勢 20261006 - 富果直送；台星科(3265)連兩日漲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+4.7%），積極進攻 → 進攻籃 85%（已持續 38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686 萬，執行後佔總資產 51.4%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121 萬，執行後佔總資產 26.4%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5.1%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76.5%，穩健籃佔比13.5%，ETF籃佔比10%。進攻籃持有景碩、艾笛森、中砂、帆宣、聯茂、台橡等股，穩健籃持有合庫金、國票金、遠東銀、潤泰全、致茂。調整原因是綠燈強勢下積極進攻，但近期利空導致部分獲利了結，如賣出潤泰全及聯茂部分倉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-0.33%、距高點回撤 -2.27%、剩 34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57.8%（模型估計，不是保證）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64.5%（基準 64.1%）、平均每次 +0.68%（一直做多 +0.79%），沒有擇時優勢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1,297 點（停損距離）約虧損 518,800 元（總資產 5.2%），可考慮減碼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9</a:t>
            </a:r>
          </a:p>
        </p:txBody>
      </p:sp>
      <p:pic>
        <p:nvPicPr>
          <p:cNvPr id="5" name="Picture 4" descr="2026-10-12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1234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-0.38%（-2,400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+1.23%（+8,083 元），主因為「個股特有因素」（+1.29%）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-0.38%（-1,804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+0.68%（+5,738 元），主因為「個股特有因素」（+0.84%）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-2.27%（-40,975 元），主因為「大盤因素」（-1.79%）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+8.58%（+47,214 元），主因為「個股特有因素」（+9.19%）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-40,975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+15,710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52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景碩今日下跌2.27%，主要受大盤因素影響，加權指數下跌0.99%，其beta為1.81，貢獻-1.79%。艾笛森上漲8.58%，主要由個股特有因素驅動，三大法人買超499張。中砂下跌0.98%，大盤因素貢獻-1.33%。帆宣上漲0.6%，個股特有因素貢獻+1.41%。聯茂上漲1.26%，個股特有因素貢獻+1.75%。台橡上漲0.69%，產業因素貢獻+1.83%。致茂下跌2.92%，個股特有因素貢獻-2.14%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11</a:t>
            </a:r>
          </a:p>
        </p:txBody>
      </p:sp>
      <p:pic>
        <p:nvPicPr>
          <p:cNvPr id="5" name="Picture 4" descr="2026-10-12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股整體未實現損益為-33,216元，虧損主要來自景碩、中砂等進攻籃股。決策是續抱並可加碼景碩、艾笛森、中砂、帆宣、台橡，因模型排名仍在前列、股價在月線之上、虧損未擴大。穩健籃部分如合庫金、國票金、遠東銀、潤泰全、致茂皆選擇續抱，待虧損補回。若事件延續且跌破月線，將先減碼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-33,216 元（-0.33%），已實現 -582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0.33%；只有正報酬才列入排名，補回虧損是第一優先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+5.00%（約 +498,232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進攻籃最佳替換候選：3443 創意，一個月預期報酬 +16.79%，創新高機率 90.7%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穩健籃最佳替換候選：00757 統一FANG+，一個月預期報酬 +2.49%，收正報酬機率 77.3%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4 個交易日，未滿 10 個交易日不換股、不因分數小幅轉弱賣出（模型排名每天都會小幅變動，來回換股要付約 0.58% 成本）；跌破停損 25.28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4 個交易日，未滿 10 個交易日不換股、不因分數小幅轉弱賣出（模型排名每天都會小幅變動，來回換股要付約 0.58% 成本）；跌破停損 15.43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4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潤泰全（+19,151 元）：買進第 4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3%、股價在月線之上、虧損未擴大，權重 17.7%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10%、股價在月線之上、虧損未擴大，權重 6.0%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5%、股價在月線之上、虧損未擴大，權重 10.5%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帆宣（+24,212 元）：模型排名仍在全市場前 14%、股價在月線之上、虧損未擴大，權重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【續抱】6213 聯茂（+125,769 元）：買進第 4 個交易日，未滿 10 個交易日不換股、不因分數小幅轉弱賣出（模型排名每天都會小幅變動，來回換股要付約 0.58% 成本）；跌破停損 639.23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8%、股價在月線之上、虧損未擴大，權重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1 個交易日，未滿 10 個交易日不換股、不因分數小幅轉弱賣出（模型排名每天都會小幅變動，來回換股要付約 0.58% 成本）；跌破停損 2069.91 才出場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啟動337調查對台達電、廣達、鴻海等台灣科技廠商，方向為風險，短期影響，對景碩等半導體股影響約-0.99%，金額-17,443元，決策為輕度不利，列入觀察，暫不調整部位。聯準會官員沃勒暗示多次升息但非連續，10月利率或按兵不動，方向為風險，中期影響，歷史相關性未達顯著，無影響。美債殖利率上升，黃金長期看漲情緒升溫，方向為利好，中期影響，對景碩影響+0.88%，金額+15,505元，決策為有利，支持續抱；若一個月模型仍在前段班，可作為加碼依據。中國少買石油影響全球油價，美伊戰爭暴露能源新秩序，方向為利好，中期影響，對艾笛森影響+0.51%，金額+3,047元，決策為有利，支持續抱；若一個月模型仍在前段班，可作為加碼依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美國啟動337調查針對台達電、廣達、鴻海等台灣科技廠商 → VIX恐慌指數↑：預估 -61,880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聯準會官員沃勒暗示將多次升息但非連續，10月利率或按兵不動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美債殖利率上升，黃金長期看漲情緒升溫，專家預測一年後金價將達5013.30美元 → 黃金↑：預估 +20,504 元（+0.21%）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中國少買石油影響全球油價，美伊戰爭暴露能源新秩序 → 西德州原油↓：預估 +18,321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川普再推罷免Fed理事庫克，白宮成立調查委員會、11/5舉行聽證會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中歐就混動車達諒解，有望避免加徵關稅 → 標普500↓：預估 -66,013 元（-0.66%）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川普宣布俄烏雙方同意「能源停火」，美國將放鬆對俄羅斯柴油貿易制裁 → 西德州原油↓：預估 +18,321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台積電ADR連4跌，台指期失守四萬九，台股五萬點靜待台積電法說 → 標普500↓：預估 -66,013 元（-0.66%）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國際事件：美國啟動337調查針對台達電、廣達、鴻海等台灣科技廠商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-10,514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-15,195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國際事件：聯準會官員沃勒暗示將多次升息但非連續，10月利率或按兵不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國際事件：美債殖利率上升，黃金長期看漲情緒升溫，專家預測一年後金價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+15,505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17</a:t>
            </a:r>
          </a:p>
        </p:txBody>
      </p:sp>
      <p:pic>
        <p:nvPicPr>
          <p:cNvPr id="5" name="Picture 4" descr="2026-10-12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18</a:t>
            </a:r>
          </a:p>
        </p:txBody>
      </p:sp>
      <p:pic>
        <p:nvPicPr>
          <p:cNvPr id="5" name="Picture 4" descr="2026-10-12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19</a:t>
            </a:r>
          </a:p>
        </p:txBody>
      </p:sp>
      <p:pic>
        <p:nvPicPr>
          <p:cNvPr id="5" name="Picture 4" descr="2026-10-12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9570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422,431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張+523股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421,538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張+944股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289,101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張+519股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+ 172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風險警示：重大負面新聞：營收大幅下降；先減碼一半，保留部位觀察後續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7,173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+ 523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進攻籃第 1 段停利：報酬 +11.03% ≥ 10%；同時風險警示：列為處置股（連續三次及當日沖銷標準，115/10/08～115/10/19）：改為分盤撮合、可能需預收款，流動性變差，減碼三分之一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持有 1,571 股 × 33% = 524 股，取整為 523 股（零股）；先實現部分獲利、保留其餘部位參與後續漲幅，停損上移至成本價保本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1,048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+ 944 股｜限價 98.2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買進復華富時高息低波ETF，分散個股風險，ETF分數+0.99達門檻，一個月模型預期超額報酬+4.31%，創52週新高機率67.6%，買2,944股，停損96.15元。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67.6%（全市場基準 20.8%，排名前 13%），預期超額報酬 +4.31%（排名前 27%）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100.2，現價 98.25），正處於創高區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+0.7%、近 60 日 +11.9%，相對大盤 20 日 -4.0%、60 日 +1.7%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897,011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9,966,784 元 × 每筆風險 1.5% × 信心係數 1.50（由ETF 分數 +0.99 換算）= 224,253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2.03 與距 10 日低點 96.65 的距離 1.55 之較大者 = 2.03 元（進場 98.20 → 停損 96.15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224,253 ÷ 2.03 = 110,547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590 張 × 2%）」限制，下修至 11,809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8,865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98.22 與前一日收盤 98.25 的較低者 = 98.2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944 股（共 2,944 股），金額約 289,101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96.15 元全數賣出 2 張又 944 股（共 2,944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104.05 元（+6%）賣出 981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109.95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統一FANG+｜1 張 + 519 股｜限價 146.75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買進統一FANG+ETF，分散個股風險，ETF分數+0.98達門檻，一個月模型預期超額報酬+1.65%，創52週新高機率96.3%，買1,519股，停損141.85元。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+0.98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96.3%（全市場基準 20.8%，排名前 1%），預期超額報酬 +1.65%（排名前 61%）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-0.3%（52 週高 147.2，現價 146.75），正處於創高區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+5.5%、近 60 日 +11.1%，相對大盤 20 日 +0.8%、60 日 +0.9%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897,011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9,966,784 元 × 每筆風險 1.5% × 信心係數 1.50（由ETF 分數 +0.98 換算）= 224,253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2.94 與距 10 日低點 141.90 的距離 4.85 之較大者 = 4.85 元（進場 146.75 → 停損 141.85 元，3.3%）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224,253 ÷ 4.85 = 46,238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10,188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7,647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1,519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147.03 與前一日收盤 146.75 的較低者 = 146.75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519 股（共 1,519 股），金額約 222,913 元，佔總資產 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+0.98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77.3%，可提高「正報酬晉級」機率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-2.0%，下檔有限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141.85 元全數賣出 1 張又 519 股（共 1,519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155.55 元（+6%）賣出 506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164.35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25</a:t>
            </a:r>
          </a:p>
        </p:txBody>
      </p:sp>
      <p:pic>
        <p:nvPicPr>
          <p:cNvPr id="5" name="Picture 4" descr="2026-10-12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期貨戶轉入證券戶：90,240 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80.3%（建倉期至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78.8%（目標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73 筆＋本次建議 4 筆 = 77 筆；剩餘 34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2,990,035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-0.33%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80.5% / 30.7%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2026-10-12　|　28</a:t>
            </a:r>
          </a:p>
        </p:txBody>
      </p:sp>
      <p:pic>
        <p:nvPicPr>
          <p:cNvPr id="5" name="Picture 4" descr="2026-10-12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