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2026-10-16　|　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Microsoft JhengHei"/>
                <a:ea typeface="Microsoft JhengHei"/>
              </a:rPr>
              <a:t>盤後檢討與隔日預掛單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C9D6E8"/>
                </a:solidFill>
                <a:latin typeface="Microsoft JhengHei"/>
                <a:ea typeface="Microsoft JhengHei"/>
              </a:rPr>
              <a:t>2026-10-16　|　2026 德明X富達投資擂台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今日重點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2026-10-16　|　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總資產</a:t>
            </a:r>
          </a:p>
          <a:p>
            <a:r>
              <a:rPr sz="3000" b="1">
                <a:solidFill>
                  <a:srgbClr val="1F2328"/>
                </a:solidFill>
                <a:latin typeface="Microsoft JhengHei"/>
                <a:ea typeface="Microsoft JhengHei"/>
              </a:rPr>
              <a:t>872 萬</a:t>
            </a:r>
          </a:p>
        </p:txBody>
      </p:sp>
      <p:sp>
        <p:nvSpPr>
          <p:cNvPr id="7" name="Rectangle 6"/>
          <p:cNvSpPr/>
          <p:nvPr/>
        </p:nvSpPr>
        <p:spPr>
          <a:xfrm>
            <a:off x="3333673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0833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累積報酬</a:t>
            </a:r>
          </a:p>
          <a:p>
            <a:r>
              <a:rPr sz="3000" b="1">
                <a:solidFill>
                  <a:srgbClr val="2E8B57"/>
                </a:solidFill>
                <a:latin typeface="Microsoft JhengHei"/>
                <a:ea typeface="Microsoft JhengHei"/>
              </a:rPr>
              <a:t>-12.81%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0147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47307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執行後持股率</a:t>
            </a:r>
          </a:p>
          <a:p>
            <a:r>
              <a:rPr sz="3000" b="1">
                <a:solidFill>
                  <a:srgbClr val="1F2328"/>
                </a:solidFill>
                <a:latin typeface="Microsoft JhengHei"/>
                <a:ea typeface="Microsoft JhengHei"/>
              </a:rPr>
              <a:t>78.8%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86621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23781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大盤預測開盤</a:t>
            </a:r>
          </a:p>
          <a:p>
            <a:r>
              <a:rPr sz="3000" b="1">
                <a:solidFill>
                  <a:srgbClr val="C8423B"/>
                </a:solidFill>
                <a:latin typeface="Microsoft JhengHei"/>
                <a:ea typeface="Microsoft JhengHei"/>
              </a:rPr>
              <a:t>+0.09%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10896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美股隔夜那斯達克期貨微漲0.07%，費城半導體指數跌0.88%，美元兌台幣升0.63%至32.39，台股今日震盪反彈收漲141點站回4萬7千點，但外資連續第8日賣超累計提款逾6800億元。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台股開盤預測微漲0.09%，盤中震盪為主，模型預測開盤後回落，命中率82.6%。（注意：盤後版使用的美股資料為前一晚收盤，明早 07:00 盤前報告會以最新美股重新計算）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庫存怎麼處理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2026-10-16　|　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2297"/>
                <a:gridCol w="1201148"/>
                <a:gridCol w="1091953"/>
                <a:gridCol w="1091953"/>
                <a:gridCol w="4367813"/>
                <a:gridCol w="1091953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持股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損益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建議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數量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限價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1,091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-14.13%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1 張又 91 股（共 1,091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865.0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-7.76%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570 股（零股）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1075.0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-15.46%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8 股（零股）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1980.0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+6.46%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減碼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 333 股（零股），保留 667 股（零股）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766.0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7,173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+2.53%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減碼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 3 張又 586 股（共 3,586 股），保留 3 張又 587 股（共 3,587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58.4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20,528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-7.40%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加碼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加買 32 張又 651 股（共 32,651 股），加碼後共 53 張又 179 股（共 53,179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26.8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-2.01%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加碼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加買 11 張（11,000 股），加碼後共 14 張（14,000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29.2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1,639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-7.77%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1 張又 639 股（共 1,639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1,150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-6.73%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1 張又 150 股（共 1,150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40,416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+5.68%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40 張又 416 股（共 40,416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24,000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+7.70%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24 張（24,000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36,071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+3.32%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36 張又 71 股（共 36,071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-4.47%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1 張（1,000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警示提醒（嚴重 5／警告 4）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2026-10-16　|　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【嚴重】2915 潤泰全：重大負面新聞：營收：潤泰全(2915)9月營收1億1084萬元，月增率-29.73%，年增率-64.02%；先減碼一半，保留部位觀察後續 → 建議賣出 3 張又 586 股（共 3,586 股）（持有 7,173 股的 50%），限價 58.4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【嚴重】1560 中砂：已跌破停損價 936.69（目前 874.0）：依紀律全數出場 → 建議賣出 1 張又 91 股（共 1,091 股）（持有 1,091 股的 100%），限價 865.0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【嚴重】2360 致茂：已跌破停損價 2069.91（目前 2000.0）：依紀律全數出場 → 建議賣出 8 股（零股）（持有 8 股的 100%），限價 1980.0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【嚴重】3037 欣興：重大負面新聞：欣興：1名員工遭機台夾傷送醫不治 楊梅一廠部分停工！；股價已跌破月線，全數出場 → 建議賣出 570 股（零股）（持有 570 股的 100%），限價 1075.0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【嚴重】期貨權益數 963,040 元低於維持保證金 1,076,000 元（追繳）：權益數／維持保證金 = 90% → 今天內補足至原始保證金 1,402,000 元（約需轉入 438,960 元）或減少口數，否則可能被砍倉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【警告】6213 聯茂：列為處置股（連續三次及當日沖銷標準，115/10/08～115/10/19）：改為分盤撮合、可能需預收款，流動性變差，減碼三分之一 → 建議賣出 333 股（零股）（持有 1,000 股的 33%），限價 766.0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【警告】加權指數單日 +3.41%：大盤劇烈波動，系統性風險升高 → 檢查持股率與停損，避免追高殺低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【警告】43 檔跌停：集中在：半導體業 18 檔、電子零組件業 4 檔、光電業 4 檔 → 同產業持股留意連動下跌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今日漲跌停與原因（漲停 9／跌停 43）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2026-10-16　|　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9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7465"/>
                <a:gridCol w="1640204"/>
                <a:gridCol w="702945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可能原因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跌停｜1303 南亞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塑膠工業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可能原因（新聞）：南亞前三季賺逾1股本！ 法人按讚喊買 目標價395元 - Yahoo股市；焦點股》南亞：6月EPS達2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跌停｜3711 日月光投控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半導體業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可能原因（新聞）：營收速報 - 日月光投控(3711)9月營收881.30億元年增率高達45.52％｜新聞快訊｜豐雲學堂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跌停｜6669 緯穎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電腦及週邊設備業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可能原因（新聞）：緯穎(6669)營收年增近100%卻跌停！基本面沒轉壞，市場為何先砍估值？ - 鉅亨網；緯穎開盤遭血洗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跌停｜6488 環球晶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半導體業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可能原因（新聞）：6488 環球晶- SIC 基板邁向12 吋，台廠瞄準AI 電源、先進封裝與通訊商機- 股市爆料同學會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漲停｜6269 台郡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可能原因（新聞）：台郡(6269) 個股概覽 | 個股 - 股市 - CMoney；3天狂噴32%！輝達題材加身台郡再奔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漲停｜3485 敘豐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可能原因（新聞）：載板廠資本支出競賽白熱化 高階 ABF 載板濕製程設備商敍豐營運旺 - UDN；《電零組》股災中逆勢亮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漲停｜2033 佳大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鋼鐵工業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可能原因（新聞）：【09:09 即時新聞】佳大(2033) 早盤走強鋼鐵股續為盤面焦點 - CMoney；【09:01 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漲停｜3354 律勝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可能原因（新聞）：PCB紅通通！「這檔」PTFE布局有成攜銘旺科、律勝等6檔漲停 富喬、聯茂、鉅橡漲逾5% - Yaho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漲停｜6925 意藍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數位雲端類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可能原因（新聞）：【09:13 即時新聞】意藍(6925) 盤中走強，AI數據服務題材獲關注 - CMoney；【10: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漲停｜4924 欣厚-KY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綠能環保類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可能原因（新聞）：【09:16 即時新聞】欣厚-KY(4924) 走強，短線技術與籌碼同步轉多 - CMoney；營收：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漲停｜2424 隴華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通信網路業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可能原因（新聞）：TWA00 加權指數- 盤中速報- 隴華(2424)股價拉至漲停，漲停價15.6元，成交209張 - 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漲停｜8437 大地-KY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其他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可能原因（新聞）：【09:10 即時新聞】大地-KY(8437)亮燈漲停，資金集中KY族群題材 - CMoney投資網誌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三籃配置：進攻 75%／穩健 25%／ETF 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2026-10-16　|　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5486400" cy="51206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比例如何決定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灰燈：大盤中性（距季線 +2.3%、20 日 +3.5%） → 進攻籃 80%（已持續 2 個交易日）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依據（報酬率第一）：十年回測每次前 20 名 20 日報酬，進攻籃在綠燈 6.0%／灰燈 6.2%／紅燈 3.7%，都高於穩健籃 4.4%／3.8%／2.1%，勝率相近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調整 Agent 偵測到 1 項失誤 → 進攻 −5%，待模型修正後再恢復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股票內部：進攻籃 75%、穩健籃 25%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今日配置（佔股票＋ETF 目標持股）：進攻籃 75%、穩健籃 25%、ETF 籃 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ETF 基準比例 0%（分散個股風險、證交稅 0.1%）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 ETF 籃比例 0%（佔股票＋ETF 目標持股；基準 0% 已依上述條件調整）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18872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各籃內容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【進攻籃】目標 589 萬，執行後佔總資產 65.1%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進攻籃買進：3591 艾笛森、2103 台橡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【穩健籃】目標 196 萬，執行後佔總資產 26.0%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穩健籃買進：無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【ETF 籃】目標 0 萬，執行後佔總資產 0.0%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ETF 籃買進：無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今日進攻籃佔75%、穩健籃佔25%，因灰燈大盤中性且進攻籃歷史勝率略高，維持此比例。進攻籃新買艾笛森32,651股、台橡11,000股，穩健籃未調整。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穩健籃候選（收正報酬機率高、回檔小、不追高）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2026-10-16　|　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7396"/>
                <a:gridCol w="2044930"/>
                <a:gridCol w="1278081"/>
                <a:gridCol w="1278081"/>
                <a:gridCol w="1022465"/>
                <a:gridCol w="1278081"/>
                <a:gridCol w="1278081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收正機率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預期回檔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穩健分數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訊號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00915 凱基優選高股息30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77.5%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2850 新產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金融保險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63.9%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4541 晟田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其他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63.4%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-7.0%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0.79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00940 元大台灣價值高息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71.6%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00757 統一FANG+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74.1%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-4.6%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00900 富邦特選高股息30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6670 復盛應用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運動休閒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64.3%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-6.7%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6245 立端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通信網路業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59.2%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-9.3%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2357 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電腦及週邊設備業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59.0%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-5.5%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0.84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00919 群益台灣精選高息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2885 元大金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金融保險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63.0%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-5.6%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0.63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1440 南紡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紡織纖維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54.4%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-7.3%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期貨與選擇權判斷：期貨不操作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2026-10-16　|　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51206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依據（模型估計，不是保證）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目前累積報酬 -12.81%、距高點回撤 -14.51%、剩 30 個交易日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報酬為負或回撤 ≥ 4%：提高機率門檻、放寬每筆風險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方向模型：未來 5 個交易日上漲機率 64.4%（模型估計，不是保證）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做多：樣本外 60 次，命中率 66.7%（基準 63.6%），平均每次 +0.84%（已扣成本）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放空：樣本外交易僅 0 次，少於 20 次，證據不足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已持有 TX202610 多 2 口，每點 400 元，已達建議曝險每點 90 元，不再加碼；現有曝險是建議的 4.4 倍，若跌 1,450 點（停損距離）約虧損 580,000 元（總資產 6.7%），可考慮減碼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為何今日會漲／會跌（2026-10-16）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2026-10-16　|　9</a:t>
            </a:r>
          </a:p>
        </p:txBody>
      </p:sp>
      <p:pic>
        <p:nvPicPr>
          <p:cNvPr id="5" name="Picture 4" descr="2026-10-16_盤後檢討與隔日預掛單_a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3807912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5880 合庫金：今日上漲 +2.36%（+15,600 元），主因為「個股特有因素」（+1.69%）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2889 國票金：今日上漲 +0.89%（+6,062 元），主因為「產業因素」（+0.77%）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2845 遠東銀：今日上漲 +1.13%（+5,411 元），主因為「產業因素」（+0.66%）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2915 潤泰全：今日上漲 +0.17%（+717 元），主因為「個股特有因素」（+0.12%）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3189 景碩：今日上漲 +2.15%（+34,419 元），主因為「個股特有因素」（+0.86%）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3591 艾笛森：今日下跌 -0.38%（-2,053 元），主因為「個股特有因素」（-1.73%）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漲跌歸因明細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2026-10-16　|　10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8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1605"/>
                <a:gridCol w="1196502"/>
                <a:gridCol w="1675102"/>
                <a:gridCol w="1196502"/>
                <a:gridCol w="1196502"/>
                <a:gridCol w="1196502"/>
                <a:gridCol w="1914403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漲跌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損益(元)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大盤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個股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主因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+2.36%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+15,600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+0.02%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+1.69%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+0.89%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+6,062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+0.01%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+0.11%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+1.13%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+5,411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+0.02%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+0.45%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+0.17%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+717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+0.05%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+2.15%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+34,419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+0.54%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-0.38%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-2,053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+0.19%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+1.16%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-1.73%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-3.21%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-31,639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+0.41%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+0.42%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-4.05%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-0.65%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-4,600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+0.38%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-3.13%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-25,000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+0.42%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+0.07%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-3.61%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+1.22%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+1,050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+0.13%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+0.41%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-1.23%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+0.45%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+0.15%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-1.83%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+0.45%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+0.52%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-0.83%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+1.40%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+8,550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+0.52%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+0.04%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65836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台股今日上漲0.3%，受大盤貢獻0.30%、產業因素正向及個股特有因素拉動。持股方面，景碩受個股特有因素+0.86%帶動，艾笛森因個股特有因素-1.73%下跌，台橡受產業因素+0.69%推升。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產業強弱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2026-10-16　|　11</a:t>
            </a:r>
          </a:p>
        </p:txBody>
      </p:sp>
      <p:pic>
        <p:nvPicPr>
          <p:cNvPr id="5" name="Picture 4" descr="2026-10-16_盤後檢討與隔日預掛單_se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619" y="1097280"/>
            <a:ext cx="7504457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虧損如何補回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2026-10-16　|　12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7373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虧損部位續抱為主，如帆宣、欣興等未觸停損依模型預期持有；中砂、致茂已跌破停損全數出場，資金轉往評分高的候選標的，如榮星或凱基優選高股息30。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0896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累積損益 -1,281,275 元（-12.81%），已實現 +48,865 元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回到初始資金需上漲 14.70%；只有正報酬才列入排名，補回虧損是第一優先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現有持股依模型加權的一個月預期報酬 +5.36%（約 +467,639 元）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進攻籃最佳替換候選：1617 榮星，一個月預期報酬 +13.78%，創新高機率 53.9%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穩健籃最佳替換候選：00915 凱基優選高股息30，一個月預期報酬 +5.20%，收正報酬機率 77.5%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【續抱】2845 遠東銀（+15,543 元）：買進第 8 個交易日，未滿 10 個交易日不換股、不因分數小幅轉弱賣出（模型排名每天都會小幅變動，來回換股要付約 0.58% 成本）；跌破停損 12.6 才出場。提醒：已獲利 +3.32%，00915 凱基優選高股息30 預期報酬較高，滿 10 個交易日後若仍如此會建議獲利換股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【續抱】5880 合庫金（+48,305 元）：買進第 8 個交易日，未滿 10 個交易日不換股、不因分數小幅轉弱賣出（模型排名每天都會小幅變動，來回換股要付約 0.58% 成本）；跌破停損 25.28 才出場。提醒：已獲利 +7.70%，00915 凱基優選高股息30 預期報酬較高，滿 10 個交易日後若仍如此會建議獲利換股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【續抱】2889 國票金（+36,804 元）：買進第 8 個交易日，未滿 10 個交易日不換股、不因分數小幅轉弱賣出（模型排名每天都會小幅變動，來回換股要付約 0.58% 成本）；跌破停損 15.43 才出場。提醒：已獲利 +5.68%，00915 凱基優選高股息30 預期報酬較高，滿 10 個交易日後若仍如此會建議獲利換股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【續抱】2915 潤泰全（+10,458 元）：買進第 8 個交易日，未滿 10 個交易日不換股、不因分數小幅轉弱賣出（模型排名每天都會小幅變動，來回換股要付約 0.58% 成本）；跌破停損 55.39 才出場。提醒：已獲利 +2.53%，00915 凱基優選高股息30 預期報酬較高，滿 10 個交易日後若仍如此會建議獲利換股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【續抱】6196 帆宣（-50,538 元）：買進第 8 個交易日，未滿 10 個交易日不換股、不因分數小幅轉弱賣出（模型排名每天都會小幅變動，來回換股要付約 0.58% 成本）；跌破停損 599.23 才出場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【停損換股】1560 中砂（-156,913 元）：收盤 874.0 已跌破停損價 936.69，依紀律出場；資金轉往評分最高的候選標的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【續抱並可加碼】2103 台橡（-1,777 元）：模型排名仍在全市場前 20%、股價在月線之上、虧損未擴大，權重 1.0% 仍低於上限，可逢回加碼攤低成本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【停損換股】2360 致茂（-2,925 元）：收盤 2000.0 已跌破停損價 2069.91，依紀律出場；資金轉往評分最高的候選標的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【續抱】3037 欣興（-52,260 元）：買進第 3 個交易日，未滿 10 個交易日不換股、不因分數小幅轉弱賣出（模型排名每天都會小幅變動，來回換股要付約 0.58% 成本）；跌破停損 1046.11 才出場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【續抱】6182 合晶（-5,165 元）：買進第 3 個交易日，未滿 10 個交易日不換股、不因分數小幅轉弱賣出（模型排名每天都會小幅變動，來回換股要付約 0.58% 成本）；跌破停損 97.31 才出場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【續抱】3591 艾笛森（-43,572 元）：買進第 8 個交易日，未滿 10 個交易日不換股、不因分數小幅轉弱賣出（模型排名每天都會小幅變動，來回換股要付約 0.58% 成本）；跌破停損 25.11 才出場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【續抱】3189 景碩（-138,108 元）：買進第 8 個交易日，未滿 10 個交易日不換股、不因分數小幅轉弱賣出（模型排名每天都會小幅變動，來回換股要付約 0.58% 成本）；跌破停損 999.0 才出場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【續抱並可加碼】6213 聯茂（+46,965 元）：模型排名仍在全市場前 5%、股價在月線之上、虧損未擴大，權重 8.9% 仍低於上限，可逢回加碼攤低成本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國際大事對持股的影響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2026-10-16　|　13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55448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美元兌台幣升值對景碩有利+0.7%、欣興+0.64%，台美關稅談判正向對景碩+1.3%、欣興+1.7%等標的有利，印尼股市暴跌觸發熔斷導致VIX上升，對景碩不利-1.02%、欣興-1.55%，需嚴守停損。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26080"/>
            <a:ext cx="10972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美國9月CPI升至3.7%，超預期引發市場震盪，聯準會官員鷹派分歧，年底前是否再升息存疑 → 美國10年債殖利率↑：預估 -811 元（-0.01%）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Fed主席華許表示全球央行同步緊縮，沒有國家能搭便車，暗示貨幣政策將維持緊縮 → 美國10年債殖利率↑：預估 -811 元（-0.01%）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新台幣連續重貶，破32.5關卡，央行午盤前出手阻貶，匯率暫收32.465 → 美元兌台幣↓：預估 +15,449 元（+0.18%）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歐盟深怕市場被大陸吃光，將對兩大命脈產業築牆禦敵，顯示貿易緊張升級 → 中國大型股ETF↓：預估 -9,971 元（-0.11%）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台美關稅談判不打拖延戰，賴清德力爭維持15%不疊加，把握東拓美國契機 → 標普500↑：預估 +68,197 元（+0.78%）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印尼股市暴跌11%觸發熔斷，MSCI擬改列獨立市場，外資加速撤離風險升級 → VIX恐慌指數↑：預估 -64,062 元（-0.73%）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全球央行最強買家再度出手，9月增持23噸黃金，中國民間與官方掀起淘金熱 → 黃金↑：預估 +26,620 元（+0.31%）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中國EUV光源新樣機公開，國產化率達90%，可用於晶片曝光測試，顯示技術自主進展 → 中國大型股ETF↑：預估 +9,971 元（+0.11%）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國際事件：美國9月CPI升至3.7%，超預期引發市場震盪，聯準會官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2026-10-16　|　14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-0.0293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-0.12%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-811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-0.04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0.0011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+0.00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-0.0385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-0.11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-0.0559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-0.04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-0.02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0.0062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-0.0748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-0.09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-0.0579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-0.05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0.0713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+0.10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-0.0948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-0.09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-0.1238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-0.10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-0.0111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國際事件：Fed主席華許表示全球央行同步緊縮，沒有國家能搭便車，暗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2026-10-16　|　15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-0.0293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-0.12%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-811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-0.04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0.0011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+0.00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-0.0385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-0.11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-0.0559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-0.04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-0.02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0.0062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-0.0748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-0.09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-0.0579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-0.05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0.0713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+0.10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-0.0948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-0.09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-0.1238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-0.10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-0.0111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國際事件：新台幣連續重貶，破32.5關卡，央行午盤前出手阻貶，匯率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2026-10-16　|　16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0.1022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+0.03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0.0222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+0.01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-0.0092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-0.00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0.1356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+0.03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-2.1432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+0.70%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+11,473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-0.1048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-0.01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-0.7964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-0.07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0.1131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+0.01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-1.2609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-0.09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-0.4519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-0.05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-0.8877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-0.07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-1.1677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-0.08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-1.9749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+0.64%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+3,976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全市場一個月創新高潛力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2026-10-16　|　17</a:t>
            </a:r>
          </a:p>
        </p:txBody>
      </p:sp>
      <p:pic>
        <p:nvPicPr>
          <p:cNvPr id="5" name="Picture 4" descr="2026-10-16_盤後檢討與隔日預掛單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6317673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掃描 694 檔上市櫃股票與 ETF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全市場基準創新高率 17.9%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模型：梯度提升樹，滾動時間外驗證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美股隔夜表現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2026-10-16　|　18</a:t>
            </a:r>
          </a:p>
        </p:txBody>
      </p:sp>
      <p:pic>
        <p:nvPicPr>
          <p:cNvPr id="5" name="Picture 4" descr="2026-10-16_盤後檢討與隔日預掛單_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8760" y="1097280"/>
            <a:ext cx="383417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台股開盤預測（美股 → 台股）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2026-10-16　|　19</a:t>
            </a:r>
          </a:p>
        </p:txBody>
      </p:sp>
      <p:pic>
        <p:nvPicPr>
          <p:cNvPr id="5" name="Picture 4" descr="2026-10-16_盤後檢討與隔日預掛單_p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344240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Ridge 迴歸：費半、那指期、台積電 ADR、VIX、匯率、產業對應美股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命中率＝樣本外方向命中率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低於 55% 或不如基準者降權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交易建議總表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2026-10-16　|　20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6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2658"/>
                <a:gridCol w="2646381"/>
                <a:gridCol w="1764254"/>
                <a:gridCol w="1323190"/>
                <a:gridCol w="1323190"/>
                <a:gridCol w="1984785"/>
                <a:gridCol w="1102658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動作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數量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限價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停損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權重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張+333股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766.0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257,742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進攻｜3037 欣興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張+570股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1075.0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621,300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穩健｜2915 潤泰全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 張+586股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58.4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211,574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進攻｜1560 中砂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 張+91股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865.0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953,534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張+8股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1980.0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16,000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32 張+651股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26.8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24.1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875,047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進攻｜2103 台橡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11 張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29.2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27.05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321,200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3.7%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6213 聯茂｜0 張 + 333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2026-10-16　|　21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風險警示：列為處置股（連續三次及當日沖銷標準，115/10/08～115/10/19）：改為分盤撮合、可能需預收款，流動性變差，減碼三分之一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觸發條件中最嚴重者決定賣出比例：33%；限價取最近價 × 0.99（不低於跌停價）以提高成交機率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667 股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3037 欣興｜0 張 + 570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2026-10-16　|　22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風險警示：重大負面新聞：欣興：1名員工遭機台夾傷送醫不治 楊梅一廠部分停工！；股價已跌破月線，全數出場；法人近 5 日賣超 6,452 張，籌碼轉弱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觸發條件中最嚴重者決定賣出比例：全數出場；限價取最近價 × 0.99（不低於跌停價）以提高成交機率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2915 潤泰全｜3 張 + 586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2026-10-16　|　23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風險警示：重大負面新聞：營收：潤泰全(2915)9月營收1億1084萬元，月增率-29.73%，年增率-64.02%；先減碼一半，保留部位觀察後續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觸發條件中最嚴重者決定賣出比例：50%；限價取最近價 × 0.99（不低於跌停價）以提高成交機率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3,587 股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1560 中砂｜1 張 + 91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2026-10-16　|　24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觸發停損：收盤 874.00 元 ≤ 停損價 936.69 元（成本 1017.82 元，損益 -14.13%）；同時風險警示：已跌破停損價 936.69（目前 874.0）：依紀律全數出場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停損一律全數出場，避免虧損擴大；紀律優先於預測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2360 致茂｜0 張 + 8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2026-10-16　|　25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觸發停損：收盤 2000.00 元 ≤ 停損價 2069.91 元（成本 2365.62 元，損益 -15.46%）；同時風險警示：已跌破停損價 2069.91（目前 2000.0）：依紀律全數出場；重大負面新聞：致茂爆違約交割5,859萬；股價已跌破月線，全數出場；法人近 5 日賣超 2,222 張，籌碼轉弱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停損一律全數出場，避免虧損擴大；紀律優先於預測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買進【進攻籃】3591 艾笛森｜32 張 + 651 股｜限價 26.8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2026-10-16　|　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買進艾笛森32,651股，因綜合分數+0.40達門檻且一個月模型預期超額報酬排名前9%，進場價26.8元，停損24.1元，目標突破52週高點33.34元。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+0.40 達門檻（+0.30）；一個月模型預期超額報酬排名全市場前 9%、創新高機率 34.1%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34.1%（全市場基準 17.9%，排名前 27%），預期超額報酬 +6.43%（排名前 9%）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-20.4%（52 週高 33.34，現價 26.55）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-4.4%、近 60 日 -6.8%，相對大盤 20 日 -5.6%、60 日 -10.7%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75% → 目標金額 5,885,139 元（已持有 4,477,018 元）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8,718,725 元 × 每筆風險 1.2% × 信心係數 1.00（由綜合分數 +0.40 換算）= 104,755 元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2.99 與距 10 日低點 26.40 的距離 0.40 之較大者，但不超過進場價 10%（2.68） = 2.68 元（進場 26.80 → 停損 24.10 元，10.0%）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104,755 ÷ 2.68 = 39,088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進攻籃合計超過籃子上限，等比例下修 6,436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進場價：限價 = 預測開盤價 26.62 × (1 + 0.5%) = 26.8，提高成交機率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取整後：32 張又 651 股（共 32,651 股），金額約 875,047 元，佔總資產 10.0%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+0.40 高，信心係數 1.00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+40.6%，基本面支撐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【少買】日均波動（ATR）5.6%，波動大 → 停損距離遠 → 股數少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【少買】一個月內創新高機率 34.1%，勝率普通故保守配置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33.34 元（距現價 20.4%）即確認創新高，續抱讓獲利奔跑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24.10 元全數賣出 32 張又 651 股（共 32,651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訊號轉弱（綜合分數 ≤ -0.30）先減碼一半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買進【進攻籃】2103 台橡｜11 張｜限價 29.2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2026-10-16　|　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買進台橡11,000股，因綜合分數+0.40達門檻且一個月模型預期超額報酬排名前25%，進場價29.2元，停損27.05元，目標突破52週高點32.0元。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+0.40 達門檻（+0.30）；一個月模型預期超額報酬排名全市場前 25%、創新高機率 56.8%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56.8%（全市場基準 17.9%，排名前 14%），預期超額報酬 +4.21%（排名前 25%）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-9.5%（52 週高 32.0，現價 28.95）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+12.4%、近 60 日 +22.4%，相對大盤 20 日 +8.9%、60 日 +15.9%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75% → 目標金額 5,885,139 元（已持有 4,477,018 元）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8,718,725 元 × 每筆風險 1.2% × 信心係數 1.00（由綜合分數 +0.40 換算）= 104,625 元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2.15 與距 10 日低點 27.80 的距離 1.40 之較大者 = 2.15 元（進場 29.20 → 停損 27.05 元，7.4%）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104,625 ÷ 2.15 = 48,663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進攻籃合計超過籃子上限，等比例下修 8,013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受可用資金限制，實際買 11,000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進場價：限價 = 預測開盤價 29.03 × (1 + 0.5%) = 29.2，提高成交機率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取整後：11 張（11,000 股），金額約 321,200 元，佔總資產 3.7%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零股 204 股只有 5,957 元，低於 14,035 元會被最低手續費 20 元拉高費率（約 0.34%），所以不買零股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+0.40 高，信心係數 1.00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+23.1%，基本面支撐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【多買】使用融資（自備 40%）放大部位：進攻籃允許融資，且融資借款仍在總資產 30% 上限內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【少買】日均波動（ATR）3.7%，波動大 → 停損距離遠 → 股數少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【少買】一個月內創新高機率 56.8%，勝率普通故保守配置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32.0 元（距現價 9.5%）即確認創新高，續抱讓獲利奔跑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27.05 元全數賣出 11 張（11,000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訊號轉弱（綜合分數 ≤ -0.30）先減碼一半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執行後持股配置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2026-10-16　|　28</a:t>
            </a:r>
          </a:p>
        </p:txBody>
      </p:sp>
      <p:pic>
        <p:nvPicPr>
          <p:cNvPr id="5" name="Picture 4" descr="2026-10-16_盤後檢討與隔日預掛單_all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4158" y="1097280"/>
            <a:ext cx="6223379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競賽規則檢查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2026-10-16　|　29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9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8159"/>
                <a:gridCol w="1065516"/>
                <a:gridCol w="710344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項目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結果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說明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禁止交易權證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無權證標的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目前持股率 ≥ 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 79.1%（建倉期至 10/16，不罰）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執行建議後持股率 ≥ 70%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預估 78.8%（目標 90%）；注意只算實際成交，掛單未成交不算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交易過的標的 ≥ 5（每日收盤追蹤）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已成交 13 檔＋本次建議 = 13 檔；執行後持有 10 檔（第三週 10/19 起才檢查）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總交易筆數 ≥ 10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累計 83 筆＋本次建議 7 筆 = 90 筆；剩餘 30 個交易日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融資借款在自訂上限內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融資借款 192,720 元 / 上限 2,615,617 元（總資產 30%）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累積報酬為正（才列入排名）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注意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目前累積報酬 -12.81%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模型健康度與調整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2026-10-16　|　30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1874520"/>
                <a:gridCol w="374904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指標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樣本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表現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大盤隔夜跳空命中率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85.2%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個股隔夜跳空命中率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68.5%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一個月推薦實際超額報酬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991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一個月推薦實際創新高比例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回測：前 20 名創新高率 / 基準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87.7% / 30.0%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回測：前 20 名月超額報酬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+8.04%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4297680"/>
            <a:ext cx="10972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[高] 總資產自高點 10,198,741 回落 14.5%，超過 8%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修正 strategy.risk_per_trade：回撤或重大虧損 → 降低單筆風險與集中度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修正 strategy.max_weight：回撤或重大虧損 → 降低單筆風險與集中度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偵測結果：總資產自高點 10,198,741 回落 14.5%，超過 8%。修正：strategy.risk_per_trade：回撤或重大虧損 → 降低單筆風險與集中度（回測指標 — → —）；strategy.max_weight：回撤或重大虧損 → 降低單筆風險與集中度（回測指標 — → —）。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累積報酬走勢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2026-10-16　|　31</a:t>
            </a:r>
          </a:p>
        </p:txBody>
      </p:sp>
      <p:pic>
        <p:nvPicPr>
          <p:cNvPr id="5" name="Picture 4" descr="2026-10-16_盤後檢討與隔日預掛單_na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1097280"/>
            <a:ext cx="11247120" cy="44988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